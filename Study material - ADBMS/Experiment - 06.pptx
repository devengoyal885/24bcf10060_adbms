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2F22-DCEA-32A6-D389-84FC32B85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ED97C-E2A1-1409-8274-A8EFDD16D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CA32-8105-3489-7C67-2B78AF56D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D17E6-E2D7-1E21-A6C6-721562C2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0BA41-E398-D05A-E85F-7BE017CAE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1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A9B9-F7C5-B06B-DD89-4FFDA659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5590A-A963-290A-F971-9D5A471AD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25BBB-89C1-4DCC-D598-FE129698D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0E4C-0564-62EB-6ACF-67F3D46F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1AD48-53AE-C5B1-3765-35064631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72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1649-31B7-7D1D-42AF-01C07354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5906C-EC7C-B133-8928-DB054F25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E32F1-1240-D54F-25E3-702DD2A8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0B02B-2B1C-3545-20A8-BDE50BD5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2AFF8-3304-2113-F847-52B74E2A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7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82F-D988-E9E8-A31F-616B6A12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2B793-181A-C4C1-78BD-193837A51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94CC1-F670-6ECD-AE16-C0ACA655B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C13F6-6939-0799-2854-C8144EAE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87172-EBF0-7E0B-E5DC-5953E99F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B927C-1B01-6946-71B7-F8E125F8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3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A818-EC86-3485-EEF8-DD164659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E2E23-5EDA-9FBD-11E2-530AF4D5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0FA67-58DB-4269-C452-BC91F68F4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B2ECE-BF35-4CE2-F121-ED4DC7951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4AFB8-35CB-6B0F-0768-25D63B9F2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EC1E88-848D-360E-4D69-FB26C3AB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F928A-A95E-C3C9-AD6F-5361EDF4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D1799-D52F-B633-F39D-918AFA98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67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B88C-F938-47A6-A836-CC820127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F734A-5975-A7D8-4F50-DF3C308C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98928-8963-A468-2003-3C26FD6C2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AC435-B58E-F953-15E6-B9F0F9DB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35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571AB-B87F-4739-5CB9-5C1BC161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FE3FD-B1E1-A07A-2413-36311E53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7F039-3B10-D734-06B4-21A86F11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64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F10B-731D-39D0-CA62-AFCEB89D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0BF5-3B77-E778-FC5B-4600DF03A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C9BF8-CB3A-DB22-1DAA-C4301BE2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D5A65-4F5D-8D6A-5514-C9D38FD3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C0EDD-7331-971E-6FEB-16304881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C695C-47BB-4325-F53B-3706F16D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34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9E583-34D9-8BD0-4198-15E16CBC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2E38E-24BF-CDB1-4D9F-938E82CAD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33F9E-D4E8-10F7-9523-9042B83A4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70CF-1E08-61ED-8FA2-304E14DD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50D54-473B-8078-2C64-1AC29B781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57A32-A508-0FCC-3363-4326F5EE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24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6179-D1E9-3236-D112-B0234437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04B6E-445C-1566-3A26-44A245C90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AE714-BD24-1DEE-D3CE-12544DF4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8224A-2B5A-F08A-BB80-72886DD9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7C057-4526-FB6D-E575-39DF93F4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07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FD3B2-AAB2-59E4-4E57-B1FD6AA37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B8721-32D2-4989-CF85-11B4D2601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CE6B4-2617-C0B8-0302-E7EEFF3A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00C1B-F85E-C481-08E8-2AA81ED0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2B3CE-91D6-DD82-3E28-4AC60333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26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AE3F3B-3822-C162-6507-599057F9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591A1-E377-A16D-9E0A-0CB21E6E0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F9FEE-6271-AA84-AF39-AA50B9317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F8D59-EE8A-4B7F-87B4-0A68480ADE10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55B10-5E2A-2358-8D2A-2CF51410A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5B69-F7C3-9A72-D182-303A5DAB5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A3FA4-81E3-4EA7-9920-D76FD71FAF5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3CD3D8-7727-B45D-60DF-7A4276D151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7493"/>
            <a:ext cx="11839074" cy="54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94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E0174-F5E8-AD74-CA11-0D794081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24" y="629279"/>
            <a:ext cx="11283351" cy="543913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06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2A9CE-A856-F37D-85FB-76B0A8F27529}"/>
              </a:ext>
            </a:extLst>
          </p:cNvPr>
          <p:cNvSpPr txBox="1"/>
          <p:nvPr/>
        </p:nvSpPr>
        <p:spPr>
          <a:xfrm>
            <a:off x="454324" y="1537279"/>
            <a:ext cx="108577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(A) Problem Statement</a:t>
            </a:r>
          </a:p>
          <a:p>
            <a:pPr>
              <a:buNone/>
            </a:pPr>
            <a:r>
              <a:rPr lang="en-IN" dirty="0"/>
              <a:t>A fruit distribution company records the number of apples and oranges sold each day. For every date, exactly one record exists for apples and one record exists for oranges.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Generate a daily sales comparison report showing the difference between the number of apples sold and the number of oranges sold on the same day. The difference should be calculated as:</a:t>
            </a:r>
            <a:br>
              <a:rPr lang="en-IN" dirty="0"/>
            </a:br>
            <a:br>
              <a:rPr lang="en-IN" dirty="0"/>
            </a:br>
            <a:r>
              <a:rPr lang="en-US" dirty="0"/>
              <a:t>Difference = Apples Sold - Oranges Sold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IN" dirty="0"/>
              <a:t>Display the sale date and the calculated difference. The result should be sorted by sale date in ascending order.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0F084D-EA6D-8811-6B91-478DDC224744}"/>
              </a:ext>
            </a:extLst>
          </p:cNvPr>
          <p:cNvSpPr/>
          <p:nvPr/>
        </p:nvSpPr>
        <p:spPr>
          <a:xfrm>
            <a:off x="9799608" y="478073"/>
            <a:ext cx="175141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327608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02289-AB32-0A63-0822-BAC33603E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AC4E-8882-839F-A77F-04F43A79D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24" y="629279"/>
            <a:ext cx="11283351" cy="543913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06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0BD9D3-BE9D-1AC2-92EA-0357D1666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47978"/>
              </p:ext>
            </p:extLst>
          </p:nvPr>
        </p:nvGraphicFramePr>
        <p:xfrm>
          <a:off x="454324" y="1961870"/>
          <a:ext cx="49630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355">
                  <a:extLst>
                    <a:ext uri="{9D8B030D-6E8A-4147-A177-3AD203B41FA5}">
                      <a16:colId xmlns:a16="http://schemas.microsoft.com/office/drawing/2014/main" val="1439692925"/>
                    </a:ext>
                  </a:extLst>
                </a:gridCol>
                <a:gridCol w="1654355">
                  <a:extLst>
                    <a:ext uri="{9D8B030D-6E8A-4147-A177-3AD203B41FA5}">
                      <a16:colId xmlns:a16="http://schemas.microsoft.com/office/drawing/2014/main" val="1624958703"/>
                    </a:ext>
                  </a:extLst>
                </a:gridCol>
                <a:gridCol w="1654355">
                  <a:extLst>
                    <a:ext uri="{9D8B030D-6E8A-4147-A177-3AD203B41FA5}">
                      <a16:colId xmlns:a16="http://schemas.microsoft.com/office/drawing/2014/main" val="1739646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sale_date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fruit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sold_num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354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91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oranges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650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apples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63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oranges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57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99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oranges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20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1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oranges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4217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0CE3BE-4EA1-94F1-C902-2EF5CF6CBE3B}"/>
              </a:ext>
            </a:extLst>
          </p:cNvPr>
          <p:cNvSpPr txBox="1"/>
          <p:nvPr/>
        </p:nvSpPr>
        <p:spPr>
          <a:xfrm>
            <a:off x="603849" y="1382865"/>
            <a:ext cx="832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Sales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40A0C6-1279-7906-76D0-F027ED0B8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668672"/>
              </p:ext>
            </p:extLst>
          </p:nvPr>
        </p:nvGraphicFramePr>
        <p:xfrm>
          <a:off x="7292196" y="3333660"/>
          <a:ext cx="33853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694">
                  <a:extLst>
                    <a:ext uri="{9D8B030D-6E8A-4147-A177-3AD203B41FA5}">
                      <a16:colId xmlns:a16="http://schemas.microsoft.com/office/drawing/2014/main" val="2058090252"/>
                    </a:ext>
                  </a:extLst>
                </a:gridCol>
                <a:gridCol w="1692694">
                  <a:extLst>
                    <a:ext uri="{9D8B030D-6E8A-4147-A177-3AD203B41FA5}">
                      <a16:colId xmlns:a16="http://schemas.microsoft.com/office/drawing/2014/main" val="3845537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sale_date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078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33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50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209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2020-05-04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8972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AE55BEC-2714-B963-96B2-0E093FD9E422}"/>
              </a:ext>
            </a:extLst>
          </p:cNvPr>
          <p:cNvSpPr txBox="1"/>
          <p:nvPr/>
        </p:nvSpPr>
        <p:spPr>
          <a:xfrm>
            <a:off x="7331014" y="2777469"/>
            <a:ext cx="1226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BB94F-0771-AE7B-3AE2-910E1A6114C3}"/>
              </a:ext>
            </a:extLst>
          </p:cNvPr>
          <p:cNvSpPr/>
          <p:nvPr/>
        </p:nvSpPr>
        <p:spPr>
          <a:xfrm>
            <a:off x="9799608" y="478073"/>
            <a:ext cx="175141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54054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932E-AEB3-F32F-7B8E-643400EB2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CFB7-5945-6DA3-1F71-EC06C3CC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24" y="629279"/>
            <a:ext cx="11283351" cy="543913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06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5761B-D873-DF87-7FC0-48E5D942A21E}"/>
              </a:ext>
            </a:extLst>
          </p:cNvPr>
          <p:cNvSpPr txBox="1"/>
          <p:nvPr/>
        </p:nvSpPr>
        <p:spPr>
          <a:xfrm>
            <a:off x="454324" y="1537279"/>
            <a:ext cx="108577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(B) Problem Statement</a:t>
            </a:r>
          </a:p>
          <a:p>
            <a:r>
              <a:rPr lang="en-IN" dirty="0"/>
              <a:t>A company stores hierarchical employee reporting information in a table. Each record represents a node in a hierarchy 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 represents the current node.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p_id</a:t>
            </a:r>
            <a:r>
              <a:rPr lang="en-IN" dirty="0"/>
              <a:t> represents the parent node. </a:t>
            </a:r>
          </a:p>
          <a:p>
            <a:r>
              <a:rPr lang="en-IN" dirty="0"/>
              <a:t>Classify every node into one of the following categories: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Root</a:t>
            </a:r>
            <a:r>
              <a:rPr lang="en-IN" dirty="0"/>
              <a:t>: A node that does not have any parent.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Leaf</a:t>
            </a:r>
            <a:r>
              <a:rPr lang="en-IN" dirty="0"/>
              <a:t>: A node that has a parent but does not have any children.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Inner</a:t>
            </a:r>
            <a:r>
              <a:rPr lang="en-IN" dirty="0"/>
              <a:t>: A node that has both a parent and at least one child. </a:t>
            </a:r>
          </a:p>
          <a:p>
            <a:r>
              <a:rPr lang="en-IN" dirty="0"/>
              <a:t>Display the node ID along with its category. Return the result sorted by node 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542E00-588A-6FEA-575D-A08D42EDA401}"/>
              </a:ext>
            </a:extLst>
          </p:cNvPr>
          <p:cNvSpPr/>
          <p:nvPr/>
        </p:nvSpPr>
        <p:spPr>
          <a:xfrm>
            <a:off x="9799608" y="478073"/>
            <a:ext cx="175141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180177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6465-F6F2-31CE-A0C1-8EC9B3AA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57D0-CD34-1991-4D1D-B0EA093F8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24" y="629279"/>
            <a:ext cx="11283351" cy="543913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06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FCA93-EB1B-386D-1135-6D55BB9A9C65}"/>
              </a:ext>
            </a:extLst>
          </p:cNvPr>
          <p:cNvSpPr txBox="1"/>
          <p:nvPr/>
        </p:nvSpPr>
        <p:spPr>
          <a:xfrm>
            <a:off x="603849" y="1382865"/>
            <a:ext cx="832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Tree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BAAF7F-F5A3-B473-041B-5D40FA654778}"/>
              </a:ext>
            </a:extLst>
          </p:cNvPr>
          <p:cNvSpPr/>
          <p:nvPr/>
        </p:nvSpPr>
        <p:spPr>
          <a:xfrm>
            <a:off x="9799608" y="478073"/>
            <a:ext cx="175141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Hard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0F2C9C-0895-9583-8F6F-282003F29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199697"/>
              </p:ext>
            </p:extLst>
          </p:nvPr>
        </p:nvGraphicFramePr>
        <p:xfrm>
          <a:off x="155274" y="1866530"/>
          <a:ext cx="34486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325">
                  <a:extLst>
                    <a:ext uri="{9D8B030D-6E8A-4147-A177-3AD203B41FA5}">
                      <a16:colId xmlns:a16="http://schemas.microsoft.com/office/drawing/2014/main" val="389925730"/>
                    </a:ext>
                  </a:extLst>
                </a:gridCol>
                <a:gridCol w="1724325">
                  <a:extLst>
                    <a:ext uri="{9D8B030D-6E8A-4147-A177-3AD203B41FA5}">
                      <a16:colId xmlns:a16="http://schemas.microsoft.com/office/drawing/2014/main" val="2106397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821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04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093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94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05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52175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5968A37-C1C7-06A7-DF83-C14F9AC21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49" y="4940167"/>
            <a:ext cx="1943371" cy="1810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F6C454-8C21-0C9A-C80F-5F4FE57D90EE}"/>
              </a:ext>
            </a:extLst>
          </p:cNvPr>
          <p:cNvSpPr txBox="1"/>
          <p:nvPr/>
        </p:nvSpPr>
        <p:spPr>
          <a:xfrm>
            <a:off x="603849" y="4415576"/>
            <a:ext cx="2622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Visual Representation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FC64B9C-34CB-9811-CFA8-398F2E50E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788246"/>
              </p:ext>
            </p:extLst>
          </p:nvPr>
        </p:nvGraphicFramePr>
        <p:xfrm>
          <a:off x="6095999" y="1866530"/>
          <a:ext cx="34486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325">
                  <a:extLst>
                    <a:ext uri="{9D8B030D-6E8A-4147-A177-3AD203B41FA5}">
                      <a16:colId xmlns:a16="http://schemas.microsoft.com/office/drawing/2014/main" val="628601632"/>
                    </a:ext>
                  </a:extLst>
                </a:gridCol>
                <a:gridCol w="1724325">
                  <a:extLst>
                    <a:ext uri="{9D8B030D-6E8A-4147-A177-3AD203B41FA5}">
                      <a16:colId xmlns:a16="http://schemas.microsoft.com/office/drawing/2014/main" val="1340822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45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86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Leaf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390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Leaf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068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Leaf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89395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D20FAC6-C3FD-E9DC-DD6A-4B6202FC61A8}"/>
              </a:ext>
            </a:extLst>
          </p:cNvPr>
          <p:cNvSpPr txBox="1"/>
          <p:nvPr/>
        </p:nvSpPr>
        <p:spPr>
          <a:xfrm>
            <a:off x="5965167" y="1364585"/>
            <a:ext cx="2160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1652907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297</Words>
  <Application>Microsoft Office PowerPoint</Application>
  <PresentationFormat>Widescreen</PresentationFormat>
  <Paragraphs>89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Experiment 06</vt:lpstr>
      <vt:lpstr>Experiment 06</vt:lpstr>
      <vt:lpstr>Experiment 06</vt:lpstr>
      <vt:lpstr>Experiment 06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5</cp:revision>
  <dcterms:created xsi:type="dcterms:W3CDTF">2026-07-02T16:54:27Z</dcterms:created>
  <dcterms:modified xsi:type="dcterms:W3CDTF">2026-08-09T10:06:41Z</dcterms:modified>
</cp:coreProperties>
</file>