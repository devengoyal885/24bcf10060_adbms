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59"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07B47-0DE3-ADED-7E17-879B0E2D88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EF41987-7978-E290-7555-2EF27083A4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51B4DCB-96BC-BAFC-18B4-8C464BAC043D}"/>
              </a:ext>
            </a:extLst>
          </p:cNvPr>
          <p:cNvSpPr>
            <a:spLocks noGrp="1"/>
          </p:cNvSpPr>
          <p:nvPr>
            <p:ph type="dt" sz="half" idx="10"/>
          </p:nvPr>
        </p:nvSpPr>
        <p:spPr/>
        <p:txBody>
          <a:bodyPr/>
          <a:lstStyle/>
          <a:p>
            <a:fld id="{A2617355-56CA-4788-BB65-EC8F4AF1AABE}" type="datetimeFigureOut">
              <a:rPr lang="en-IN" smtClean="0"/>
              <a:t>26-07-2026</a:t>
            </a:fld>
            <a:endParaRPr lang="en-IN"/>
          </a:p>
        </p:txBody>
      </p:sp>
      <p:sp>
        <p:nvSpPr>
          <p:cNvPr id="5" name="Footer Placeholder 4">
            <a:extLst>
              <a:ext uri="{FF2B5EF4-FFF2-40B4-BE49-F238E27FC236}">
                <a16:creationId xmlns:a16="http://schemas.microsoft.com/office/drawing/2014/main" id="{7D17E283-BD78-A896-C208-486BFCD4A8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5A9BDC-38FA-42C8-70BB-7980070BB6FA}"/>
              </a:ext>
            </a:extLst>
          </p:cNvPr>
          <p:cNvSpPr>
            <a:spLocks noGrp="1"/>
          </p:cNvSpPr>
          <p:nvPr>
            <p:ph type="sldNum" sz="quarter" idx="12"/>
          </p:nvPr>
        </p:nvSpPr>
        <p:spPr/>
        <p:txBody>
          <a:bodyPr/>
          <a:lstStyle/>
          <a:p>
            <a:fld id="{8F1A5F62-8649-40FC-A9CF-CEC59F0ABB5B}" type="slidenum">
              <a:rPr lang="en-IN" smtClean="0"/>
              <a:t>‹#›</a:t>
            </a:fld>
            <a:endParaRPr lang="en-IN"/>
          </a:p>
        </p:txBody>
      </p:sp>
    </p:spTree>
    <p:extLst>
      <p:ext uri="{BB962C8B-B14F-4D97-AF65-F5344CB8AC3E}">
        <p14:creationId xmlns:p14="http://schemas.microsoft.com/office/powerpoint/2010/main" val="2210878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A88AA-41A1-DA7E-9C19-4F83207076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AB61AC-94A1-FA82-28F6-EE59053E21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9EA5A2-59DA-E2CB-462F-ABBF12A1B8B4}"/>
              </a:ext>
            </a:extLst>
          </p:cNvPr>
          <p:cNvSpPr>
            <a:spLocks noGrp="1"/>
          </p:cNvSpPr>
          <p:nvPr>
            <p:ph type="dt" sz="half" idx="10"/>
          </p:nvPr>
        </p:nvSpPr>
        <p:spPr/>
        <p:txBody>
          <a:bodyPr/>
          <a:lstStyle/>
          <a:p>
            <a:fld id="{A2617355-56CA-4788-BB65-EC8F4AF1AABE}" type="datetimeFigureOut">
              <a:rPr lang="en-IN" smtClean="0"/>
              <a:t>26-07-2026</a:t>
            </a:fld>
            <a:endParaRPr lang="en-IN"/>
          </a:p>
        </p:txBody>
      </p:sp>
      <p:sp>
        <p:nvSpPr>
          <p:cNvPr id="5" name="Footer Placeholder 4">
            <a:extLst>
              <a:ext uri="{FF2B5EF4-FFF2-40B4-BE49-F238E27FC236}">
                <a16:creationId xmlns:a16="http://schemas.microsoft.com/office/drawing/2014/main" id="{CC61E977-778A-64AE-EB04-73E56A8DCF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02B970-3DD8-E311-4DCB-2A87164A6B2F}"/>
              </a:ext>
            </a:extLst>
          </p:cNvPr>
          <p:cNvSpPr>
            <a:spLocks noGrp="1"/>
          </p:cNvSpPr>
          <p:nvPr>
            <p:ph type="sldNum" sz="quarter" idx="12"/>
          </p:nvPr>
        </p:nvSpPr>
        <p:spPr/>
        <p:txBody>
          <a:bodyPr/>
          <a:lstStyle/>
          <a:p>
            <a:fld id="{8F1A5F62-8649-40FC-A9CF-CEC59F0ABB5B}" type="slidenum">
              <a:rPr lang="en-IN" smtClean="0"/>
              <a:t>‹#›</a:t>
            </a:fld>
            <a:endParaRPr lang="en-IN"/>
          </a:p>
        </p:txBody>
      </p:sp>
    </p:spTree>
    <p:extLst>
      <p:ext uri="{BB962C8B-B14F-4D97-AF65-F5344CB8AC3E}">
        <p14:creationId xmlns:p14="http://schemas.microsoft.com/office/powerpoint/2010/main" val="3250640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E39B4-84D6-7678-CA9A-8274C5C394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34A80B2-00DA-5636-5EC5-BEFB5AF106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304420-9276-D175-D4C4-018ABE5D321B}"/>
              </a:ext>
            </a:extLst>
          </p:cNvPr>
          <p:cNvSpPr>
            <a:spLocks noGrp="1"/>
          </p:cNvSpPr>
          <p:nvPr>
            <p:ph type="dt" sz="half" idx="10"/>
          </p:nvPr>
        </p:nvSpPr>
        <p:spPr/>
        <p:txBody>
          <a:bodyPr/>
          <a:lstStyle/>
          <a:p>
            <a:fld id="{A2617355-56CA-4788-BB65-EC8F4AF1AABE}" type="datetimeFigureOut">
              <a:rPr lang="en-IN" smtClean="0"/>
              <a:t>26-07-2026</a:t>
            </a:fld>
            <a:endParaRPr lang="en-IN"/>
          </a:p>
        </p:txBody>
      </p:sp>
      <p:sp>
        <p:nvSpPr>
          <p:cNvPr id="5" name="Footer Placeholder 4">
            <a:extLst>
              <a:ext uri="{FF2B5EF4-FFF2-40B4-BE49-F238E27FC236}">
                <a16:creationId xmlns:a16="http://schemas.microsoft.com/office/drawing/2014/main" id="{554D83B5-7BC9-F3F8-8CC1-0D5C1E06C0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CD99DE-4A6F-2062-B226-5B351D36DBB7}"/>
              </a:ext>
            </a:extLst>
          </p:cNvPr>
          <p:cNvSpPr>
            <a:spLocks noGrp="1"/>
          </p:cNvSpPr>
          <p:nvPr>
            <p:ph type="sldNum" sz="quarter" idx="12"/>
          </p:nvPr>
        </p:nvSpPr>
        <p:spPr/>
        <p:txBody>
          <a:bodyPr/>
          <a:lstStyle/>
          <a:p>
            <a:fld id="{8F1A5F62-8649-40FC-A9CF-CEC59F0ABB5B}" type="slidenum">
              <a:rPr lang="en-IN" smtClean="0"/>
              <a:t>‹#›</a:t>
            </a:fld>
            <a:endParaRPr lang="en-IN"/>
          </a:p>
        </p:txBody>
      </p:sp>
    </p:spTree>
    <p:extLst>
      <p:ext uri="{BB962C8B-B14F-4D97-AF65-F5344CB8AC3E}">
        <p14:creationId xmlns:p14="http://schemas.microsoft.com/office/powerpoint/2010/main" val="2859411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D0AD3-F9DD-D432-F104-60D3523D4B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5EA604-147D-C8FB-F230-65E0598A07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420A0C3-D344-BF6A-B7DA-3B021A2FE1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EFD9F70-9ADB-E6DE-EE6F-C7F438EA0102}"/>
              </a:ext>
            </a:extLst>
          </p:cNvPr>
          <p:cNvSpPr>
            <a:spLocks noGrp="1"/>
          </p:cNvSpPr>
          <p:nvPr>
            <p:ph type="dt" sz="half" idx="10"/>
          </p:nvPr>
        </p:nvSpPr>
        <p:spPr/>
        <p:txBody>
          <a:bodyPr/>
          <a:lstStyle/>
          <a:p>
            <a:fld id="{A2617355-56CA-4788-BB65-EC8F4AF1AABE}" type="datetimeFigureOut">
              <a:rPr lang="en-IN" smtClean="0"/>
              <a:t>26-07-2026</a:t>
            </a:fld>
            <a:endParaRPr lang="en-IN"/>
          </a:p>
        </p:txBody>
      </p:sp>
      <p:sp>
        <p:nvSpPr>
          <p:cNvPr id="6" name="Footer Placeholder 5">
            <a:extLst>
              <a:ext uri="{FF2B5EF4-FFF2-40B4-BE49-F238E27FC236}">
                <a16:creationId xmlns:a16="http://schemas.microsoft.com/office/drawing/2014/main" id="{C40B0B84-A786-CE64-1B3F-507AAEB511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DA6B99-5A0A-AFD5-12C2-540054F0111D}"/>
              </a:ext>
            </a:extLst>
          </p:cNvPr>
          <p:cNvSpPr>
            <a:spLocks noGrp="1"/>
          </p:cNvSpPr>
          <p:nvPr>
            <p:ph type="sldNum" sz="quarter" idx="12"/>
          </p:nvPr>
        </p:nvSpPr>
        <p:spPr/>
        <p:txBody>
          <a:bodyPr/>
          <a:lstStyle/>
          <a:p>
            <a:fld id="{8F1A5F62-8649-40FC-A9CF-CEC59F0ABB5B}" type="slidenum">
              <a:rPr lang="en-IN" smtClean="0"/>
              <a:t>‹#›</a:t>
            </a:fld>
            <a:endParaRPr lang="en-IN"/>
          </a:p>
        </p:txBody>
      </p:sp>
    </p:spTree>
    <p:extLst>
      <p:ext uri="{BB962C8B-B14F-4D97-AF65-F5344CB8AC3E}">
        <p14:creationId xmlns:p14="http://schemas.microsoft.com/office/powerpoint/2010/main" val="2300939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96478-1254-0AAF-80FC-C6E1BE2E603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7D67FA-7491-5FBD-F65D-2C7A72BED9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13381B-1208-12E3-78C7-B5FE6886E7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554A2C1-00B8-1993-C8B6-E327EF3E01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017F8E-51C9-1C4A-47E4-912D7DDEC3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5DE0393-8A5E-73E8-AEBF-EBBF3A7C3C34}"/>
              </a:ext>
            </a:extLst>
          </p:cNvPr>
          <p:cNvSpPr>
            <a:spLocks noGrp="1"/>
          </p:cNvSpPr>
          <p:nvPr>
            <p:ph type="dt" sz="half" idx="10"/>
          </p:nvPr>
        </p:nvSpPr>
        <p:spPr/>
        <p:txBody>
          <a:bodyPr/>
          <a:lstStyle/>
          <a:p>
            <a:fld id="{A2617355-56CA-4788-BB65-EC8F4AF1AABE}" type="datetimeFigureOut">
              <a:rPr lang="en-IN" smtClean="0"/>
              <a:t>26-07-2026</a:t>
            </a:fld>
            <a:endParaRPr lang="en-IN"/>
          </a:p>
        </p:txBody>
      </p:sp>
      <p:sp>
        <p:nvSpPr>
          <p:cNvPr id="8" name="Footer Placeholder 7">
            <a:extLst>
              <a:ext uri="{FF2B5EF4-FFF2-40B4-BE49-F238E27FC236}">
                <a16:creationId xmlns:a16="http://schemas.microsoft.com/office/drawing/2014/main" id="{2C1082FF-0EFD-2E0A-9F7B-C3C9FC28D4A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332DFBB-A8D1-6A43-F133-5A6FA289A942}"/>
              </a:ext>
            </a:extLst>
          </p:cNvPr>
          <p:cNvSpPr>
            <a:spLocks noGrp="1"/>
          </p:cNvSpPr>
          <p:nvPr>
            <p:ph type="sldNum" sz="quarter" idx="12"/>
          </p:nvPr>
        </p:nvSpPr>
        <p:spPr/>
        <p:txBody>
          <a:bodyPr/>
          <a:lstStyle/>
          <a:p>
            <a:fld id="{8F1A5F62-8649-40FC-A9CF-CEC59F0ABB5B}" type="slidenum">
              <a:rPr lang="en-IN" smtClean="0"/>
              <a:t>‹#›</a:t>
            </a:fld>
            <a:endParaRPr lang="en-IN"/>
          </a:p>
        </p:txBody>
      </p:sp>
    </p:spTree>
    <p:extLst>
      <p:ext uri="{BB962C8B-B14F-4D97-AF65-F5344CB8AC3E}">
        <p14:creationId xmlns:p14="http://schemas.microsoft.com/office/powerpoint/2010/main" val="1363938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DEE98-D754-A84E-BE2D-6088FFB5676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F0D8CCB-9325-A2C6-0390-F80404A2910B}"/>
              </a:ext>
            </a:extLst>
          </p:cNvPr>
          <p:cNvSpPr>
            <a:spLocks noGrp="1"/>
          </p:cNvSpPr>
          <p:nvPr>
            <p:ph type="dt" sz="half" idx="10"/>
          </p:nvPr>
        </p:nvSpPr>
        <p:spPr/>
        <p:txBody>
          <a:bodyPr/>
          <a:lstStyle/>
          <a:p>
            <a:fld id="{A2617355-56CA-4788-BB65-EC8F4AF1AABE}" type="datetimeFigureOut">
              <a:rPr lang="en-IN" smtClean="0"/>
              <a:t>26-07-2026</a:t>
            </a:fld>
            <a:endParaRPr lang="en-IN"/>
          </a:p>
        </p:txBody>
      </p:sp>
      <p:sp>
        <p:nvSpPr>
          <p:cNvPr id="4" name="Footer Placeholder 3">
            <a:extLst>
              <a:ext uri="{FF2B5EF4-FFF2-40B4-BE49-F238E27FC236}">
                <a16:creationId xmlns:a16="http://schemas.microsoft.com/office/drawing/2014/main" id="{DEF22E71-8D34-1F85-28AE-1623CF2D79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C949408-2FEE-C8F7-741D-3AA34451A661}"/>
              </a:ext>
            </a:extLst>
          </p:cNvPr>
          <p:cNvSpPr>
            <a:spLocks noGrp="1"/>
          </p:cNvSpPr>
          <p:nvPr>
            <p:ph type="sldNum" sz="quarter" idx="12"/>
          </p:nvPr>
        </p:nvSpPr>
        <p:spPr/>
        <p:txBody>
          <a:bodyPr/>
          <a:lstStyle/>
          <a:p>
            <a:fld id="{8F1A5F62-8649-40FC-A9CF-CEC59F0ABB5B}" type="slidenum">
              <a:rPr lang="en-IN" smtClean="0"/>
              <a:t>‹#›</a:t>
            </a:fld>
            <a:endParaRPr lang="en-IN"/>
          </a:p>
        </p:txBody>
      </p:sp>
    </p:spTree>
    <p:extLst>
      <p:ext uri="{BB962C8B-B14F-4D97-AF65-F5344CB8AC3E}">
        <p14:creationId xmlns:p14="http://schemas.microsoft.com/office/powerpoint/2010/main" val="2101304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3F9D8-9F4F-E1C4-15D8-5280D16EB30A}"/>
              </a:ext>
            </a:extLst>
          </p:cNvPr>
          <p:cNvSpPr>
            <a:spLocks noGrp="1"/>
          </p:cNvSpPr>
          <p:nvPr>
            <p:ph type="dt" sz="half" idx="10"/>
          </p:nvPr>
        </p:nvSpPr>
        <p:spPr/>
        <p:txBody>
          <a:bodyPr/>
          <a:lstStyle/>
          <a:p>
            <a:fld id="{A2617355-56CA-4788-BB65-EC8F4AF1AABE}" type="datetimeFigureOut">
              <a:rPr lang="en-IN" smtClean="0"/>
              <a:t>26-07-2026</a:t>
            </a:fld>
            <a:endParaRPr lang="en-IN"/>
          </a:p>
        </p:txBody>
      </p:sp>
      <p:sp>
        <p:nvSpPr>
          <p:cNvPr id="3" name="Footer Placeholder 2">
            <a:extLst>
              <a:ext uri="{FF2B5EF4-FFF2-40B4-BE49-F238E27FC236}">
                <a16:creationId xmlns:a16="http://schemas.microsoft.com/office/drawing/2014/main" id="{4350D2D0-E95F-6296-6282-6362A18E9B5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49270BD-0E77-087A-D636-2D354AB8E43D}"/>
              </a:ext>
            </a:extLst>
          </p:cNvPr>
          <p:cNvSpPr>
            <a:spLocks noGrp="1"/>
          </p:cNvSpPr>
          <p:nvPr>
            <p:ph type="sldNum" sz="quarter" idx="12"/>
          </p:nvPr>
        </p:nvSpPr>
        <p:spPr/>
        <p:txBody>
          <a:bodyPr/>
          <a:lstStyle/>
          <a:p>
            <a:fld id="{8F1A5F62-8649-40FC-A9CF-CEC59F0ABB5B}" type="slidenum">
              <a:rPr lang="en-IN" smtClean="0"/>
              <a:t>‹#›</a:t>
            </a:fld>
            <a:endParaRPr lang="en-IN"/>
          </a:p>
        </p:txBody>
      </p:sp>
    </p:spTree>
    <p:extLst>
      <p:ext uri="{BB962C8B-B14F-4D97-AF65-F5344CB8AC3E}">
        <p14:creationId xmlns:p14="http://schemas.microsoft.com/office/powerpoint/2010/main" val="457452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2D732-35B1-92BA-32FE-8DC4BBF539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A8C3BBA-4402-D320-EA23-97C9A055B8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839D9BB-68A2-CCB0-671B-71AEB44648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9EBB04-C16D-29A5-FA9E-3D7592F63028}"/>
              </a:ext>
            </a:extLst>
          </p:cNvPr>
          <p:cNvSpPr>
            <a:spLocks noGrp="1"/>
          </p:cNvSpPr>
          <p:nvPr>
            <p:ph type="dt" sz="half" idx="10"/>
          </p:nvPr>
        </p:nvSpPr>
        <p:spPr/>
        <p:txBody>
          <a:bodyPr/>
          <a:lstStyle/>
          <a:p>
            <a:fld id="{A2617355-56CA-4788-BB65-EC8F4AF1AABE}" type="datetimeFigureOut">
              <a:rPr lang="en-IN" smtClean="0"/>
              <a:t>26-07-2026</a:t>
            </a:fld>
            <a:endParaRPr lang="en-IN"/>
          </a:p>
        </p:txBody>
      </p:sp>
      <p:sp>
        <p:nvSpPr>
          <p:cNvPr id="6" name="Footer Placeholder 5">
            <a:extLst>
              <a:ext uri="{FF2B5EF4-FFF2-40B4-BE49-F238E27FC236}">
                <a16:creationId xmlns:a16="http://schemas.microsoft.com/office/drawing/2014/main" id="{0F278F9F-66DE-98DA-2DBC-DBB9D5C7E7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3872F3-B2D7-D068-A815-047B4CC1F337}"/>
              </a:ext>
            </a:extLst>
          </p:cNvPr>
          <p:cNvSpPr>
            <a:spLocks noGrp="1"/>
          </p:cNvSpPr>
          <p:nvPr>
            <p:ph type="sldNum" sz="quarter" idx="12"/>
          </p:nvPr>
        </p:nvSpPr>
        <p:spPr/>
        <p:txBody>
          <a:bodyPr/>
          <a:lstStyle/>
          <a:p>
            <a:fld id="{8F1A5F62-8649-40FC-A9CF-CEC59F0ABB5B}" type="slidenum">
              <a:rPr lang="en-IN" smtClean="0"/>
              <a:t>‹#›</a:t>
            </a:fld>
            <a:endParaRPr lang="en-IN"/>
          </a:p>
        </p:txBody>
      </p:sp>
    </p:spTree>
    <p:extLst>
      <p:ext uri="{BB962C8B-B14F-4D97-AF65-F5344CB8AC3E}">
        <p14:creationId xmlns:p14="http://schemas.microsoft.com/office/powerpoint/2010/main" val="1424622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34CF8-497E-6BC1-0F23-505CE84BA5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8572187-9825-EEE4-E25F-428044644F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75E3443-7486-4EB7-2821-25C8BC6581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08BB89-D538-CE28-5E5B-EE6FEA20544B}"/>
              </a:ext>
            </a:extLst>
          </p:cNvPr>
          <p:cNvSpPr>
            <a:spLocks noGrp="1"/>
          </p:cNvSpPr>
          <p:nvPr>
            <p:ph type="dt" sz="half" idx="10"/>
          </p:nvPr>
        </p:nvSpPr>
        <p:spPr/>
        <p:txBody>
          <a:bodyPr/>
          <a:lstStyle/>
          <a:p>
            <a:fld id="{A2617355-56CA-4788-BB65-EC8F4AF1AABE}" type="datetimeFigureOut">
              <a:rPr lang="en-IN" smtClean="0"/>
              <a:t>26-07-2026</a:t>
            </a:fld>
            <a:endParaRPr lang="en-IN"/>
          </a:p>
        </p:txBody>
      </p:sp>
      <p:sp>
        <p:nvSpPr>
          <p:cNvPr id="6" name="Footer Placeholder 5">
            <a:extLst>
              <a:ext uri="{FF2B5EF4-FFF2-40B4-BE49-F238E27FC236}">
                <a16:creationId xmlns:a16="http://schemas.microsoft.com/office/drawing/2014/main" id="{F7BC9957-3DDB-6E35-BC50-936681E6EB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217353-E31A-453F-EF1D-C90AD2F05D2F}"/>
              </a:ext>
            </a:extLst>
          </p:cNvPr>
          <p:cNvSpPr>
            <a:spLocks noGrp="1"/>
          </p:cNvSpPr>
          <p:nvPr>
            <p:ph type="sldNum" sz="quarter" idx="12"/>
          </p:nvPr>
        </p:nvSpPr>
        <p:spPr/>
        <p:txBody>
          <a:bodyPr/>
          <a:lstStyle/>
          <a:p>
            <a:fld id="{8F1A5F62-8649-40FC-A9CF-CEC59F0ABB5B}" type="slidenum">
              <a:rPr lang="en-IN" smtClean="0"/>
              <a:t>‹#›</a:t>
            </a:fld>
            <a:endParaRPr lang="en-IN"/>
          </a:p>
        </p:txBody>
      </p:sp>
    </p:spTree>
    <p:extLst>
      <p:ext uri="{BB962C8B-B14F-4D97-AF65-F5344CB8AC3E}">
        <p14:creationId xmlns:p14="http://schemas.microsoft.com/office/powerpoint/2010/main" val="3546908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D944A-5504-E748-6476-9327F90B16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FDB6D4-B4AB-D233-F0AB-063046EF61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F79D10-73EA-751E-26EF-3C222081FFC8}"/>
              </a:ext>
            </a:extLst>
          </p:cNvPr>
          <p:cNvSpPr>
            <a:spLocks noGrp="1"/>
          </p:cNvSpPr>
          <p:nvPr>
            <p:ph type="dt" sz="half" idx="10"/>
          </p:nvPr>
        </p:nvSpPr>
        <p:spPr/>
        <p:txBody>
          <a:bodyPr/>
          <a:lstStyle/>
          <a:p>
            <a:fld id="{A2617355-56CA-4788-BB65-EC8F4AF1AABE}" type="datetimeFigureOut">
              <a:rPr lang="en-IN" smtClean="0"/>
              <a:t>26-07-2026</a:t>
            </a:fld>
            <a:endParaRPr lang="en-IN"/>
          </a:p>
        </p:txBody>
      </p:sp>
      <p:sp>
        <p:nvSpPr>
          <p:cNvPr id="5" name="Footer Placeholder 4">
            <a:extLst>
              <a:ext uri="{FF2B5EF4-FFF2-40B4-BE49-F238E27FC236}">
                <a16:creationId xmlns:a16="http://schemas.microsoft.com/office/drawing/2014/main" id="{E1F5C0B5-A07F-BA85-FF96-3619F7EB46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196674-8E30-00C6-8C9F-868A71F77F83}"/>
              </a:ext>
            </a:extLst>
          </p:cNvPr>
          <p:cNvSpPr>
            <a:spLocks noGrp="1"/>
          </p:cNvSpPr>
          <p:nvPr>
            <p:ph type="sldNum" sz="quarter" idx="12"/>
          </p:nvPr>
        </p:nvSpPr>
        <p:spPr/>
        <p:txBody>
          <a:bodyPr/>
          <a:lstStyle/>
          <a:p>
            <a:fld id="{8F1A5F62-8649-40FC-A9CF-CEC59F0ABB5B}" type="slidenum">
              <a:rPr lang="en-IN" smtClean="0"/>
              <a:t>‹#›</a:t>
            </a:fld>
            <a:endParaRPr lang="en-IN"/>
          </a:p>
        </p:txBody>
      </p:sp>
    </p:spTree>
    <p:extLst>
      <p:ext uri="{BB962C8B-B14F-4D97-AF65-F5344CB8AC3E}">
        <p14:creationId xmlns:p14="http://schemas.microsoft.com/office/powerpoint/2010/main" val="2170442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367DC3-A238-27E6-B532-4EFE42D808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B2E6A1-5261-D525-8D48-F3EAE365BC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679810-AD5A-03BB-D5E2-E0A97A1090F6}"/>
              </a:ext>
            </a:extLst>
          </p:cNvPr>
          <p:cNvSpPr>
            <a:spLocks noGrp="1"/>
          </p:cNvSpPr>
          <p:nvPr>
            <p:ph type="dt" sz="half" idx="10"/>
          </p:nvPr>
        </p:nvSpPr>
        <p:spPr/>
        <p:txBody>
          <a:bodyPr/>
          <a:lstStyle/>
          <a:p>
            <a:fld id="{A2617355-56CA-4788-BB65-EC8F4AF1AABE}" type="datetimeFigureOut">
              <a:rPr lang="en-IN" smtClean="0"/>
              <a:t>26-07-2026</a:t>
            </a:fld>
            <a:endParaRPr lang="en-IN"/>
          </a:p>
        </p:txBody>
      </p:sp>
      <p:sp>
        <p:nvSpPr>
          <p:cNvPr id="5" name="Footer Placeholder 4">
            <a:extLst>
              <a:ext uri="{FF2B5EF4-FFF2-40B4-BE49-F238E27FC236}">
                <a16:creationId xmlns:a16="http://schemas.microsoft.com/office/drawing/2014/main" id="{74243929-1D46-C030-5A28-EA34B8D0B6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A31945-F3AC-1196-C685-0C374ACF6A62}"/>
              </a:ext>
            </a:extLst>
          </p:cNvPr>
          <p:cNvSpPr>
            <a:spLocks noGrp="1"/>
          </p:cNvSpPr>
          <p:nvPr>
            <p:ph type="sldNum" sz="quarter" idx="12"/>
          </p:nvPr>
        </p:nvSpPr>
        <p:spPr/>
        <p:txBody>
          <a:bodyPr/>
          <a:lstStyle/>
          <a:p>
            <a:fld id="{8F1A5F62-8649-40FC-A9CF-CEC59F0ABB5B}" type="slidenum">
              <a:rPr lang="en-IN" smtClean="0"/>
              <a:t>‹#›</a:t>
            </a:fld>
            <a:endParaRPr lang="en-IN"/>
          </a:p>
        </p:txBody>
      </p:sp>
    </p:spTree>
    <p:extLst>
      <p:ext uri="{BB962C8B-B14F-4D97-AF65-F5344CB8AC3E}">
        <p14:creationId xmlns:p14="http://schemas.microsoft.com/office/powerpoint/2010/main" val="13565299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CCD82D-8912-DE55-5B04-B68125EDE9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78C000-1E06-4D77-FC11-C63749233E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4BE970-7448-2C79-1F1C-76B40ACECB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617355-56CA-4788-BB65-EC8F4AF1AABE}" type="datetimeFigureOut">
              <a:rPr lang="en-IN" smtClean="0"/>
              <a:t>26-07-2026</a:t>
            </a:fld>
            <a:endParaRPr lang="en-IN"/>
          </a:p>
        </p:txBody>
      </p:sp>
      <p:sp>
        <p:nvSpPr>
          <p:cNvPr id="5" name="Footer Placeholder 4">
            <a:extLst>
              <a:ext uri="{FF2B5EF4-FFF2-40B4-BE49-F238E27FC236}">
                <a16:creationId xmlns:a16="http://schemas.microsoft.com/office/drawing/2014/main" id="{5F8AF28F-323B-0E5C-FC7A-B384DE2A45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0556BB9-7D7C-9F68-4B7A-E69C4D1F49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1A5F62-8649-40FC-A9CF-CEC59F0ABB5B}" type="slidenum">
              <a:rPr lang="en-IN" smtClean="0"/>
              <a:t>‹#›</a:t>
            </a:fld>
            <a:endParaRPr lang="en-IN"/>
          </a:p>
        </p:txBody>
      </p:sp>
      <p:pic>
        <p:nvPicPr>
          <p:cNvPr id="7" name="Picture 6">
            <a:extLst>
              <a:ext uri="{FF2B5EF4-FFF2-40B4-BE49-F238E27FC236}">
                <a16:creationId xmlns:a16="http://schemas.microsoft.com/office/drawing/2014/main" id="{1012411C-50B2-1303-4229-93FD3CD28DB3}"/>
              </a:ext>
            </a:extLst>
          </p:cNvPr>
          <p:cNvPicPr>
            <a:picLocks noChangeAspect="1"/>
          </p:cNvPicPr>
          <p:nvPr userDrawn="1"/>
        </p:nvPicPr>
        <p:blipFill>
          <a:blip r:embed="rId13"/>
          <a:stretch>
            <a:fillRect/>
          </a:stretch>
        </p:blipFill>
        <p:spPr>
          <a:xfrm>
            <a:off x="0" y="27493"/>
            <a:ext cx="11839074" cy="540327"/>
          </a:xfrm>
          <a:prstGeom prst="rect">
            <a:avLst/>
          </a:prstGeom>
        </p:spPr>
      </p:pic>
    </p:spTree>
    <p:extLst>
      <p:ext uri="{BB962C8B-B14F-4D97-AF65-F5344CB8AC3E}">
        <p14:creationId xmlns:p14="http://schemas.microsoft.com/office/powerpoint/2010/main" val="1002572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89CB8-1575-B914-D21F-FB909964B5B1}"/>
              </a:ext>
            </a:extLst>
          </p:cNvPr>
          <p:cNvSpPr>
            <a:spLocks noGrp="1"/>
          </p:cNvSpPr>
          <p:nvPr>
            <p:ph type="title"/>
          </p:nvPr>
        </p:nvSpPr>
        <p:spPr>
          <a:xfrm>
            <a:off x="838200" y="365126"/>
            <a:ext cx="10515600" cy="757822"/>
          </a:xfrm>
        </p:spPr>
        <p:txBody>
          <a:bodyPr/>
          <a:lstStyle/>
          <a:p>
            <a:r>
              <a:rPr lang="en-US" b="1" dirty="0"/>
              <a:t>Experiment 04</a:t>
            </a:r>
            <a:endParaRPr lang="en-IN" b="1" dirty="0"/>
          </a:p>
        </p:txBody>
      </p:sp>
      <p:sp>
        <p:nvSpPr>
          <p:cNvPr id="5" name="TextBox 4">
            <a:extLst>
              <a:ext uri="{FF2B5EF4-FFF2-40B4-BE49-F238E27FC236}">
                <a16:creationId xmlns:a16="http://schemas.microsoft.com/office/drawing/2014/main" id="{CC40811A-1080-9696-FB33-B28EB5B09FD8}"/>
              </a:ext>
            </a:extLst>
          </p:cNvPr>
          <p:cNvSpPr txBox="1"/>
          <p:nvPr/>
        </p:nvSpPr>
        <p:spPr>
          <a:xfrm>
            <a:off x="689811" y="1381166"/>
            <a:ext cx="11149263" cy="3272691"/>
          </a:xfrm>
          <a:prstGeom prst="rect">
            <a:avLst/>
          </a:prstGeom>
          <a:noFill/>
        </p:spPr>
        <p:txBody>
          <a:bodyPr wrap="square">
            <a:spAutoFit/>
          </a:bodyPr>
          <a:lstStyle/>
          <a:p>
            <a:pPr rtl="0">
              <a:spcAft>
                <a:spcPts val="800"/>
              </a:spcAft>
              <a:buNone/>
            </a:pPr>
            <a:r>
              <a:rPr lang="en-IN" sz="1800" b="1" i="0" u="none" strike="noStrike" dirty="0">
                <a:solidFill>
                  <a:srgbClr val="000000"/>
                </a:solidFill>
                <a:effectLst/>
                <a:latin typeface="Times New Roman" panose="02020603050405020304" pitchFamily="18" charset="0"/>
              </a:rPr>
              <a:t>(A)</a:t>
            </a:r>
            <a:endParaRPr lang="en-IN" b="0" dirty="0">
              <a:effectLst/>
            </a:endParaRPr>
          </a:p>
          <a:p>
            <a:pPr rtl="0">
              <a:spcAft>
                <a:spcPts val="800"/>
              </a:spcAft>
              <a:buNone/>
            </a:pPr>
            <a:br>
              <a:rPr lang="en-IN" sz="1800" b="1" i="0" u="none" strike="noStrike" dirty="0">
                <a:solidFill>
                  <a:srgbClr val="000000"/>
                </a:solidFill>
                <a:effectLst/>
                <a:latin typeface="Times New Roman" panose="02020603050405020304" pitchFamily="18" charset="0"/>
              </a:rPr>
            </a:br>
            <a:r>
              <a:rPr lang="en-IN" sz="1800" b="0" i="0" u="none" strike="noStrike" dirty="0">
                <a:solidFill>
                  <a:srgbClr val="000000"/>
                </a:solidFill>
                <a:effectLst/>
                <a:latin typeface="Times New Roman" panose="02020603050405020304" pitchFamily="18" charset="0"/>
              </a:rPr>
              <a:t>(i) You are given a table tbl_happiness that contains the ranking of happiness for different countries. Your task is to retrieve all the records from the table </a:t>
            </a:r>
            <a:r>
              <a:rPr lang="en-IN" sz="1800" b="1" i="0" u="none" strike="noStrike" dirty="0">
                <a:solidFill>
                  <a:srgbClr val="000000"/>
                </a:solidFill>
                <a:effectLst/>
                <a:latin typeface="Times New Roman" panose="02020603050405020304" pitchFamily="18" charset="0"/>
              </a:rPr>
              <a:t>while ensuring that "India" and "Sri Lanka" appear at the top, followed by the rest of the countries in their original ranking order.</a:t>
            </a:r>
            <a:endParaRPr lang="en-IN" b="0" dirty="0">
              <a:effectLst/>
            </a:endParaRPr>
          </a:p>
          <a:p>
            <a:pPr rtl="0">
              <a:spcAft>
                <a:spcPts val="800"/>
              </a:spcAft>
              <a:buNone/>
            </a:pPr>
            <a:r>
              <a:rPr lang="en-IN" sz="1800" b="1" i="0" u="none" strike="noStrike" dirty="0">
                <a:solidFill>
                  <a:srgbClr val="000000"/>
                </a:solidFill>
                <a:effectLst/>
                <a:latin typeface="Times New Roman" panose="02020603050405020304" pitchFamily="18" charset="0"/>
              </a:rPr>
              <a:t> </a:t>
            </a:r>
            <a:endParaRPr lang="en-IN" b="0" dirty="0">
              <a:effectLst/>
            </a:endParaRPr>
          </a:p>
          <a:p>
            <a:pPr rtl="0">
              <a:spcAft>
                <a:spcPts val="800"/>
              </a:spcAft>
              <a:buNone/>
            </a:pPr>
            <a:r>
              <a:rPr lang="en-IN" sz="1800" b="1" i="0" u="none" strike="noStrike" dirty="0">
                <a:solidFill>
                  <a:srgbClr val="000000"/>
                </a:solidFill>
                <a:effectLst/>
                <a:latin typeface="Times New Roman" panose="02020603050405020304" pitchFamily="18" charset="0"/>
              </a:rPr>
              <a:t>(B)</a:t>
            </a:r>
            <a:br>
              <a:rPr lang="en-IN" sz="1800" b="1" i="0" u="none" strike="noStrike" dirty="0">
                <a:solidFill>
                  <a:srgbClr val="000000"/>
                </a:solidFill>
                <a:effectLst/>
                <a:latin typeface="Times New Roman" panose="02020603050405020304" pitchFamily="18" charset="0"/>
              </a:rPr>
            </a:br>
            <a:r>
              <a:rPr lang="en-IN" sz="1800" b="0" i="0" u="none" strike="noStrike" dirty="0">
                <a:solidFill>
                  <a:srgbClr val="000000"/>
                </a:solidFill>
                <a:effectLst/>
                <a:latin typeface="Times New Roman" panose="02020603050405020304" pitchFamily="18" charset="0"/>
              </a:rPr>
              <a:t>(ii) Make all the rankings in descending order except </a:t>
            </a:r>
            <a:r>
              <a:rPr lang="en-IN" sz="1800" b="1" i="0" u="none" strike="noStrike" dirty="0">
                <a:solidFill>
                  <a:srgbClr val="000000"/>
                </a:solidFill>
                <a:effectLst/>
                <a:latin typeface="Times New Roman" panose="02020603050405020304" pitchFamily="18" charset="0"/>
              </a:rPr>
              <a:t>India</a:t>
            </a:r>
            <a:r>
              <a:rPr lang="en-IN" sz="1800" b="0" i="0" u="none" strike="noStrike" dirty="0">
                <a:solidFill>
                  <a:srgbClr val="000000"/>
                </a:solidFill>
                <a:effectLst/>
                <a:latin typeface="Times New Roman" panose="02020603050405020304" pitchFamily="18" charset="0"/>
              </a:rPr>
              <a:t> and </a:t>
            </a:r>
            <a:r>
              <a:rPr lang="en-IN" sz="1800" b="1" i="0" u="none" strike="noStrike" dirty="0">
                <a:solidFill>
                  <a:srgbClr val="000000"/>
                </a:solidFill>
                <a:effectLst/>
                <a:latin typeface="Times New Roman" panose="02020603050405020304" pitchFamily="18" charset="0"/>
              </a:rPr>
              <a:t>Sri Lanka</a:t>
            </a:r>
            <a:r>
              <a:rPr lang="en-IN" sz="1800" b="0" i="0" u="none" strike="noStrike" dirty="0">
                <a:solidFill>
                  <a:srgbClr val="000000"/>
                </a:solidFill>
                <a:effectLst/>
                <a:latin typeface="Times New Roman" panose="02020603050405020304" pitchFamily="18" charset="0"/>
              </a:rPr>
              <a:t>.</a:t>
            </a:r>
            <a:endParaRPr lang="en-IN" b="0" dirty="0">
              <a:effectLst/>
            </a:endParaRPr>
          </a:p>
          <a:p>
            <a:pPr>
              <a:buNone/>
            </a:pPr>
            <a:br>
              <a:rPr lang="en-IN" dirty="0"/>
            </a:br>
            <a:endParaRPr lang="en-IN" dirty="0"/>
          </a:p>
        </p:txBody>
      </p:sp>
      <p:graphicFrame>
        <p:nvGraphicFramePr>
          <p:cNvPr id="6" name="Table 5">
            <a:extLst>
              <a:ext uri="{FF2B5EF4-FFF2-40B4-BE49-F238E27FC236}">
                <a16:creationId xmlns:a16="http://schemas.microsoft.com/office/drawing/2014/main" id="{1F48E55F-3283-2CE4-B24C-702A5A9E035B}"/>
              </a:ext>
            </a:extLst>
          </p:cNvPr>
          <p:cNvGraphicFramePr>
            <a:graphicFrameLocks noGrp="1"/>
          </p:cNvGraphicFramePr>
          <p:nvPr>
            <p:extLst>
              <p:ext uri="{D42A27DB-BD31-4B8C-83A1-F6EECF244321}">
                <p14:modId xmlns:p14="http://schemas.microsoft.com/office/powerpoint/2010/main" val="384466529"/>
              </p:ext>
            </p:extLst>
          </p:nvPr>
        </p:nvGraphicFramePr>
        <p:xfrm>
          <a:off x="8152899" y="3129857"/>
          <a:ext cx="3686175" cy="3048000"/>
        </p:xfrm>
        <a:graphic>
          <a:graphicData uri="http://schemas.openxmlformats.org/drawingml/2006/table">
            <a:tbl>
              <a:tblPr/>
              <a:tblGrid>
                <a:gridCol w="1228725">
                  <a:extLst>
                    <a:ext uri="{9D8B030D-6E8A-4147-A177-3AD203B41FA5}">
                      <a16:colId xmlns:a16="http://schemas.microsoft.com/office/drawing/2014/main" val="3426738325"/>
                    </a:ext>
                  </a:extLst>
                </a:gridCol>
                <a:gridCol w="1228725">
                  <a:extLst>
                    <a:ext uri="{9D8B030D-6E8A-4147-A177-3AD203B41FA5}">
                      <a16:colId xmlns:a16="http://schemas.microsoft.com/office/drawing/2014/main" val="1676140253"/>
                    </a:ext>
                  </a:extLst>
                </a:gridCol>
                <a:gridCol w="1228725">
                  <a:extLst>
                    <a:ext uri="{9D8B030D-6E8A-4147-A177-3AD203B41FA5}">
                      <a16:colId xmlns:a16="http://schemas.microsoft.com/office/drawing/2014/main" val="1858218195"/>
                    </a:ext>
                  </a:extLst>
                </a:gridCol>
              </a:tblGrid>
              <a:tr h="228600">
                <a:tc>
                  <a:txBody>
                    <a:bodyPr/>
                    <a:lstStyle/>
                    <a:p>
                      <a:pPr rtl="0" fontAlgn="t">
                        <a:buNone/>
                      </a:pPr>
                      <a:r>
                        <a:rPr lang="en-IN" sz="1400" b="1" i="0" u="none" strike="noStrike">
                          <a:solidFill>
                            <a:srgbClr val="000000"/>
                          </a:solidFill>
                          <a:effectLst/>
                          <a:latin typeface="Times New Roman" panose="02020603050405020304" pitchFamily="18" charset="0"/>
                        </a:rPr>
                        <a:t>S.No</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1" i="0" u="none" strike="noStrike">
                          <a:solidFill>
                            <a:srgbClr val="000000"/>
                          </a:solidFill>
                          <a:effectLst/>
                          <a:latin typeface="Times New Roman" panose="02020603050405020304" pitchFamily="18" charset="0"/>
                        </a:rPr>
                        <a:t>Rankings</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1" i="0" u="none" strike="noStrike">
                          <a:solidFill>
                            <a:srgbClr val="000000"/>
                          </a:solidFill>
                          <a:effectLst/>
                          <a:latin typeface="Times New Roman" panose="02020603050405020304" pitchFamily="18" charset="0"/>
                        </a:rPr>
                        <a:t>Country</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2850338"/>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1</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1</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Finland</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5717352"/>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2</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2</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Denmark</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0308031"/>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3</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3</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Iceland</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2662296"/>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4</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4</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Israel</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4260838"/>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5</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5</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Netherlands</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746654"/>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6</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6</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Sweden</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1842501"/>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7</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7</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Norway</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377400"/>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8</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126</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India</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1090426"/>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9</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128</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dirty="0">
                          <a:solidFill>
                            <a:srgbClr val="000000"/>
                          </a:solidFill>
                          <a:effectLst/>
                          <a:latin typeface="Times New Roman" panose="02020603050405020304" pitchFamily="18" charset="0"/>
                        </a:rPr>
                        <a:t>Sri Lanka</a:t>
                      </a:r>
                      <a:endParaRPr lang="en-IN" dirty="0">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9706765"/>
                  </a:ext>
                </a:extLst>
              </a:tr>
            </a:tbl>
          </a:graphicData>
        </a:graphic>
      </p:graphicFrame>
    </p:spTree>
    <p:extLst>
      <p:ext uri="{BB962C8B-B14F-4D97-AF65-F5344CB8AC3E}">
        <p14:creationId xmlns:p14="http://schemas.microsoft.com/office/powerpoint/2010/main" val="2929864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8AF97D7-716E-45B8-AE8F-632552EFDF72}"/>
              </a:ext>
            </a:extLst>
          </p:cNvPr>
          <p:cNvGraphicFramePr>
            <a:graphicFrameLocks noGrp="1"/>
          </p:cNvGraphicFramePr>
          <p:nvPr>
            <p:extLst>
              <p:ext uri="{D42A27DB-BD31-4B8C-83A1-F6EECF244321}">
                <p14:modId xmlns:p14="http://schemas.microsoft.com/office/powerpoint/2010/main" val="3899774276"/>
              </p:ext>
            </p:extLst>
          </p:nvPr>
        </p:nvGraphicFramePr>
        <p:xfrm>
          <a:off x="872791" y="1771442"/>
          <a:ext cx="2457450" cy="3048000"/>
        </p:xfrm>
        <a:graphic>
          <a:graphicData uri="http://schemas.openxmlformats.org/drawingml/2006/table">
            <a:tbl>
              <a:tblPr/>
              <a:tblGrid>
                <a:gridCol w="1228725">
                  <a:extLst>
                    <a:ext uri="{9D8B030D-6E8A-4147-A177-3AD203B41FA5}">
                      <a16:colId xmlns:a16="http://schemas.microsoft.com/office/drawing/2014/main" val="3216964770"/>
                    </a:ext>
                  </a:extLst>
                </a:gridCol>
                <a:gridCol w="1228725">
                  <a:extLst>
                    <a:ext uri="{9D8B030D-6E8A-4147-A177-3AD203B41FA5}">
                      <a16:colId xmlns:a16="http://schemas.microsoft.com/office/drawing/2014/main" val="1588284808"/>
                    </a:ext>
                  </a:extLst>
                </a:gridCol>
              </a:tblGrid>
              <a:tr h="228600">
                <a:tc>
                  <a:txBody>
                    <a:bodyPr/>
                    <a:lstStyle/>
                    <a:p>
                      <a:pPr rtl="0" fontAlgn="t">
                        <a:buNone/>
                      </a:pPr>
                      <a:r>
                        <a:rPr lang="en-IN" sz="1400" b="1" i="0" u="none" strike="noStrike">
                          <a:solidFill>
                            <a:srgbClr val="000000"/>
                          </a:solidFill>
                          <a:effectLst/>
                          <a:latin typeface="Times New Roman" panose="02020603050405020304" pitchFamily="18" charset="0"/>
                        </a:rPr>
                        <a:t>Rankings</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1" i="0" u="none" strike="noStrike">
                          <a:solidFill>
                            <a:srgbClr val="000000"/>
                          </a:solidFill>
                          <a:effectLst/>
                          <a:latin typeface="Times New Roman" panose="02020603050405020304" pitchFamily="18" charset="0"/>
                        </a:rPr>
                        <a:t>Country</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2918618"/>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126</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India</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3901886"/>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128</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Sri Lanka</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5209110"/>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1</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Finland</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2622412"/>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2</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Denmark</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4775402"/>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3</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Iceland</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9684849"/>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4</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Israel</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6747812"/>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5</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Netherlands</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62624345"/>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6</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Sweden</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4827154"/>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7</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dirty="0">
                          <a:solidFill>
                            <a:srgbClr val="000000"/>
                          </a:solidFill>
                          <a:effectLst/>
                          <a:latin typeface="Times New Roman" panose="02020603050405020304" pitchFamily="18" charset="0"/>
                        </a:rPr>
                        <a:t>Norway</a:t>
                      </a:r>
                      <a:endParaRPr lang="en-IN" dirty="0">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6090345"/>
                  </a:ext>
                </a:extLst>
              </a:tr>
            </a:tbl>
          </a:graphicData>
        </a:graphic>
      </p:graphicFrame>
      <p:sp>
        <p:nvSpPr>
          <p:cNvPr id="6" name="TextBox 5">
            <a:extLst>
              <a:ext uri="{FF2B5EF4-FFF2-40B4-BE49-F238E27FC236}">
                <a16:creationId xmlns:a16="http://schemas.microsoft.com/office/drawing/2014/main" id="{3C811B1F-56E4-5969-E115-C0CB5B55C177}"/>
              </a:ext>
            </a:extLst>
          </p:cNvPr>
          <p:cNvSpPr txBox="1"/>
          <p:nvPr/>
        </p:nvSpPr>
        <p:spPr>
          <a:xfrm>
            <a:off x="657726" y="963374"/>
            <a:ext cx="6096000" cy="369332"/>
          </a:xfrm>
          <a:prstGeom prst="rect">
            <a:avLst/>
          </a:prstGeom>
          <a:noFill/>
        </p:spPr>
        <p:txBody>
          <a:bodyPr wrap="square">
            <a:spAutoFit/>
          </a:bodyPr>
          <a:lstStyle/>
          <a:p>
            <a:pPr rtl="0">
              <a:spcAft>
                <a:spcPts val="800"/>
              </a:spcAft>
              <a:buNone/>
            </a:pPr>
            <a:r>
              <a:rPr lang="en-IN" sz="1800" b="0" i="0" u="none" strike="noStrike" dirty="0">
                <a:solidFill>
                  <a:srgbClr val="000000"/>
                </a:solidFill>
                <a:effectLst/>
                <a:latin typeface="Times New Roman" panose="02020603050405020304" pitchFamily="18" charset="0"/>
              </a:rPr>
              <a:t>Expected Output: (i) part</a:t>
            </a:r>
            <a:endParaRPr lang="en-IN" b="0" dirty="0">
              <a:effectLst/>
            </a:endParaRPr>
          </a:p>
        </p:txBody>
      </p:sp>
      <p:graphicFrame>
        <p:nvGraphicFramePr>
          <p:cNvPr id="7" name="Table 6">
            <a:extLst>
              <a:ext uri="{FF2B5EF4-FFF2-40B4-BE49-F238E27FC236}">
                <a16:creationId xmlns:a16="http://schemas.microsoft.com/office/drawing/2014/main" id="{1B7E2556-35F3-EE13-C27F-110C8DAB7EBB}"/>
              </a:ext>
            </a:extLst>
          </p:cNvPr>
          <p:cNvGraphicFramePr>
            <a:graphicFrameLocks noGrp="1"/>
          </p:cNvGraphicFramePr>
          <p:nvPr>
            <p:extLst>
              <p:ext uri="{D42A27DB-BD31-4B8C-83A1-F6EECF244321}">
                <p14:modId xmlns:p14="http://schemas.microsoft.com/office/powerpoint/2010/main" val="149030644"/>
              </p:ext>
            </p:extLst>
          </p:nvPr>
        </p:nvGraphicFramePr>
        <p:xfrm>
          <a:off x="6262938" y="1771442"/>
          <a:ext cx="2457450" cy="3048000"/>
        </p:xfrm>
        <a:graphic>
          <a:graphicData uri="http://schemas.openxmlformats.org/drawingml/2006/table">
            <a:tbl>
              <a:tblPr/>
              <a:tblGrid>
                <a:gridCol w="1228725">
                  <a:extLst>
                    <a:ext uri="{9D8B030D-6E8A-4147-A177-3AD203B41FA5}">
                      <a16:colId xmlns:a16="http://schemas.microsoft.com/office/drawing/2014/main" val="3248888305"/>
                    </a:ext>
                  </a:extLst>
                </a:gridCol>
                <a:gridCol w="1228725">
                  <a:extLst>
                    <a:ext uri="{9D8B030D-6E8A-4147-A177-3AD203B41FA5}">
                      <a16:colId xmlns:a16="http://schemas.microsoft.com/office/drawing/2014/main" val="347448406"/>
                    </a:ext>
                  </a:extLst>
                </a:gridCol>
              </a:tblGrid>
              <a:tr h="228600">
                <a:tc>
                  <a:txBody>
                    <a:bodyPr/>
                    <a:lstStyle/>
                    <a:p>
                      <a:pPr rtl="0" fontAlgn="t">
                        <a:buNone/>
                      </a:pPr>
                      <a:r>
                        <a:rPr lang="en-IN" sz="1400" b="1" i="0" u="none" strike="noStrike">
                          <a:solidFill>
                            <a:srgbClr val="000000"/>
                          </a:solidFill>
                          <a:effectLst/>
                          <a:latin typeface="Times New Roman" panose="02020603050405020304" pitchFamily="18" charset="0"/>
                        </a:rPr>
                        <a:t>Rankings</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1" i="0" u="none" strike="noStrike">
                          <a:solidFill>
                            <a:srgbClr val="000000"/>
                          </a:solidFill>
                          <a:effectLst/>
                          <a:latin typeface="Times New Roman" panose="02020603050405020304" pitchFamily="18" charset="0"/>
                        </a:rPr>
                        <a:t>Country</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1409086"/>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126</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India</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1175383"/>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128</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Sri Lanka</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2995516"/>
                  </a:ext>
                </a:extLst>
              </a:tr>
              <a:tr h="228600">
                <a:tc>
                  <a:txBody>
                    <a:bodyPr/>
                    <a:lstStyle/>
                    <a:p>
                      <a:pPr rtl="0" fontAlgn="t">
                        <a:buNone/>
                      </a:pPr>
                      <a:r>
                        <a:rPr lang="en-IN" sz="1400" b="0" i="0" u="none" strike="noStrike" dirty="0">
                          <a:solidFill>
                            <a:srgbClr val="000000"/>
                          </a:solidFill>
                          <a:effectLst/>
                          <a:latin typeface="Times New Roman" panose="02020603050405020304" pitchFamily="18" charset="0"/>
                        </a:rPr>
                        <a:t>7</a:t>
                      </a:r>
                      <a:endParaRPr lang="en-IN" dirty="0">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Norway</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3581466"/>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6</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Sweden</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1122580"/>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5</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Netherlands</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3772780"/>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4</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Israel</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5917418"/>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3</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Iceland</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4571501"/>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2</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a:solidFill>
                            <a:srgbClr val="000000"/>
                          </a:solidFill>
                          <a:effectLst/>
                          <a:latin typeface="Times New Roman" panose="02020603050405020304" pitchFamily="18" charset="0"/>
                        </a:rPr>
                        <a:t>Denmark</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5821240"/>
                  </a:ext>
                </a:extLst>
              </a:tr>
              <a:tr h="228600">
                <a:tc>
                  <a:txBody>
                    <a:bodyPr/>
                    <a:lstStyle/>
                    <a:p>
                      <a:pPr rtl="0" fontAlgn="t">
                        <a:buNone/>
                      </a:pPr>
                      <a:r>
                        <a:rPr lang="en-IN" sz="1400" b="0" i="0" u="none" strike="noStrike">
                          <a:solidFill>
                            <a:srgbClr val="000000"/>
                          </a:solidFill>
                          <a:effectLst/>
                          <a:latin typeface="Times New Roman" panose="02020603050405020304" pitchFamily="18" charset="0"/>
                        </a:rPr>
                        <a:t>1</a:t>
                      </a:r>
                      <a:endParaRPr lang="en-IN">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tc>
                  <a:txBody>
                    <a:bodyPr/>
                    <a:lstStyle/>
                    <a:p>
                      <a:pPr rtl="0" fontAlgn="t">
                        <a:buNone/>
                      </a:pPr>
                      <a:r>
                        <a:rPr lang="en-IN" sz="1400" b="0" i="0" u="none" strike="noStrike" dirty="0">
                          <a:solidFill>
                            <a:srgbClr val="000000"/>
                          </a:solidFill>
                          <a:effectLst/>
                          <a:latin typeface="Times New Roman" panose="02020603050405020304" pitchFamily="18" charset="0"/>
                        </a:rPr>
                        <a:t>Finland</a:t>
                      </a:r>
                      <a:endParaRPr lang="en-IN" dirty="0">
                        <a:effectLst/>
                      </a:endParaRPr>
                    </a:p>
                  </a:txBody>
                  <a:tcPr marL="63500" marR="63500">
                    <a:lnL w="11900" cap="flat" cmpd="sng" algn="ctr">
                      <a:solidFill>
                        <a:srgbClr val="000000"/>
                      </a:solidFill>
                      <a:prstDash val="solid"/>
                      <a:round/>
                      <a:headEnd type="none" w="med" len="med"/>
                      <a:tailEnd type="none" w="med" len="med"/>
                    </a:lnL>
                    <a:lnR w="11900" cap="flat" cmpd="sng" algn="ctr">
                      <a:solidFill>
                        <a:srgbClr val="000000"/>
                      </a:solidFill>
                      <a:prstDash val="solid"/>
                      <a:round/>
                      <a:headEnd type="none" w="med" len="med"/>
                      <a:tailEnd type="none" w="med" len="med"/>
                    </a:lnR>
                    <a:lnT w="11900" cap="flat" cmpd="sng" algn="ctr">
                      <a:solidFill>
                        <a:srgbClr val="000000"/>
                      </a:solidFill>
                      <a:prstDash val="solid"/>
                      <a:round/>
                      <a:headEnd type="none" w="med" len="med"/>
                      <a:tailEnd type="none" w="med" len="med"/>
                    </a:lnT>
                    <a:lnB w="119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7835577"/>
                  </a:ext>
                </a:extLst>
              </a:tr>
            </a:tbl>
          </a:graphicData>
        </a:graphic>
      </p:graphicFrame>
      <p:sp>
        <p:nvSpPr>
          <p:cNvPr id="9" name="TextBox 8">
            <a:extLst>
              <a:ext uri="{FF2B5EF4-FFF2-40B4-BE49-F238E27FC236}">
                <a16:creationId xmlns:a16="http://schemas.microsoft.com/office/drawing/2014/main" id="{E9D1D8DE-C478-7938-C15E-10643BE69868}"/>
              </a:ext>
            </a:extLst>
          </p:cNvPr>
          <p:cNvSpPr txBox="1"/>
          <p:nvPr/>
        </p:nvSpPr>
        <p:spPr>
          <a:xfrm>
            <a:off x="6096000" y="1148040"/>
            <a:ext cx="3304674" cy="369332"/>
          </a:xfrm>
          <a:prstGeom prst="rect">
            <a:avLst/>
          </a:prstGeom>
          <a:noFill/>
        </p:spPr>
        <p:txBody>
          <a:bodyPr wrap="square">
            <a:spAutoFit/>
          </a:bodyPr>
          <a:lstStyle/>
          <a:p>
            <a:pPr rtl="0">
              <a:spcAft>
                <a:spcPts val="800"/>
              </a:spcAft>
              <a:buNone/>
            </a:pPr>
            <a:r>
              <a:rPr lang="en-IN" sz="1800" b="0" i="0" u="none" strike="noStrike" dirty="0">
                <a:solidFill>
                  <a:srgbClr val="000000"/>
                </a:solidFill>
                <a:effectLst/>
                <a:latin typeface="Times New Roman" panose="02020603050405020304" pitchFamily="18" charset="0"/>
              </a:rPr>
              <a:t>(ii) Part</a:t>
            </a:r>
            <a:endParaRPr lang="en-IN" b="0" dirty="0">
              <a:effectLst/>
            </a:endParaRPr>
          </a:p>
        </p:txBody>
      </p:sp>
    </p:spTree>
    <p:extLst>
      <p:ext uri="{BB962C8B-B14F-4D97-AF65-F5344CB8AC3E}">
        <p14:creationId xmlns:p14="http://schemas.microsoft.com/office/powerpoint/2010/main" val="3758154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881F0-620E-46FF-697E-FDB94B9DC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E13B43-E70E-E3A9-37DF-5E9A927D8C4D}"/>
              </a:ext>
            </a:extLst>
          </p:cNvPr>
          <p:cNvSpPr>
            <a:spLocks noGrp="1"/>
          </p:cNvSpPr>
          <p:nvPr>
            <p:ph type="title"/>
          </p:nvPr>
        </p:nvSpPr>
        <p:spPr>
          <a:xfrm>
            <a:off x="838200" y="365126"/>
            <a:ext cx="10515600" cy="757822"/>
          </a:xfrm>
        </p:spPr>
        <p:txBody>
          <a:bodyPr/>
          <a:lstStyle/>
          <a:p>
            <a:r>
              <a:rPr lang="en-US" b="1" dirty="0"/>
              <a:t>Experiment 04</a:t>
            </a:r>
            <a:endParaRPr lang="en-IN" b="1" dirty="0"/>
          </a:p>
        </p:txBody>
      </p:sp>
      <p:sp>
        <p:nvSpPr>
          <p:cNvPr id="5" name="TextBox 4">
            <a:extLst>
              <a:ext uri="{FF2B5EF4-FFF2-40B4-BE49-F238E27FC236}">
                <a16:creationId xmlns:a16="http://schemas.microsoft.com/office/drawing/2014/main" id="{21F661D1-29F6-648F-C812-10F9D93E8949}"/>
              </a:ext>
            </a:extLst>
          </p:cNvPr>
          <p:cNvSpPr txBox="1"/>
          <p:nvPr/>
        </p:nvSpPr>
        <p:spPr>
          <a:xfrm>
            <a:off x="689811" y="1381166"/>
            <a:ext cx="11149263" cy="3272691"/>
          </a:xfrm>
          <a:prstGeom prst="rect">
            <a:avLst/>
          </a:prstGeom>
          <a:noFill/>
        </p:spPr>
        <p:txBody>
          <a:bodyPr wrap="square">
            <a:spAutoFit/>
          </a:bodyPr>
          <a:lstStyle/>
          <a:p>
            <a:pPr rtl="0">
              <a:spcAft>
                <a:spcPts val="800"/>
              </a:spcAft>
              <a:buNone/>
            </a:pPr>
            <a:r>
              <a:rPr lang="en-IN" sz="1800" b="1" i="0" u="none" strike="noStrike" dirty="0">
                <a:solidFill>
                  <a:srgbClr val="000000"/>
                </a:solidFill>
                <a:effectLst/>
                <a:latin typeface="Times New Roman" panose="02020603050405020304" pitchFamily="18" charset="0"/>
              </a:rPr>
              <a:t>(A)</a:t>
            </a:r>
            <a:endParaRPr lang="en-IN" b="0" dirty="0">
              <a:effectLst/>
            </a:endParaRPr>
          </a:p>
          <a:p>
            <a:pPr rtl="0">
              <a:spcAft>
                <a:spcPts val="800"/>
              </a:spcAft>
              <a:buNone/>
            </a:pPr>
            <a:br>
              <a:rPr lang="en-IN" sz="1800" b="1" i="0" u="none" strike="noStrike" dirty="0">
                <a:solidFill>
                  <a:srgbClr val="000000"/>
                </a:solidFill>
                <a:effectLst/>
                <a:latin typeface="Times New Roman" panose="02020603050405020304" pitchFamily="18" charset="0"/>
              </a:rPr>
            </a:br>
            <a:r>
              <a:rPr lang="en-IN" sz="1800" b="0" i="0" u="none" strike="noStrike" dirty="0">
                <a:solidFill>
                  <a:srgbClr val="000000"/>
                </a:solidFill>
                <a:effectLst/>
                <a:latin typeface="Times New Roman" panose="02020603050405020304" pitchFamily="18" charset="0"/>
              </a:rPr>
              <a:t>(i) You are given a table tbl_happiness that contains the ranking of happiness for different countries. Your task is to retrieve all the records from the table </a:t>
            </a:r>
            <a:r>
              <a:rPr lang="en-IN" sz="1800" b="1" i="0" u="none" strike="noStrike" dirty="0">
                <a:solidFill>
                  <a:srgbClr val="000000"/>
                </a:solidFill>
                <a:effectLst/>
                <a:latin typeface="Times New Roman" panose="02020603050405020304" pitchFamily="18" charset="0"/>
              </a:rPr>
              <a:t>while ensuring that "India" and "Sri Lanka" appear at the top, followed by the rest of the countries in their original ranking order.</a:t>
            </a:r>
            <a:endParaRPr lang="en-IN" b="0" dirty="0">
              <a:effectLst/>
            </a:endParaRPr>
          </a:p>
          <a:p>
            <a:pPr rtl="0">
              <a:spcAft>
                <a:spcPts val="800"/>
              </a:spcAft>
              <a:buNone/>
            </a:pPr>
            <a:r>
              <a:rPr lang="en-IN" sz="1800" b="1" i="0" u="none" strike="noStrike" dirty="0">
                <a:solidFill>
                  <a:srgbClr val="000000"/>
                </a:solidFill>
                <a:effectLst/>
                <a:latin typeface="Times New Roman" panose="02020603050405020304" pitchFamily="18" charset="0"/>
              </a:rPr>
              <a:t> </a:t>
            </a:r>
            <a:endParaRPr lang="en-IN" b="0" dirty="0">
              <a:effectLst/>
            </a:endParaRPr>
          </a:p>
          <a:p>
            <a:pPr rtl="0">
              <a:spcAft>
                <a:spcPts val="800"/>
              </a:spcAft>
              <a:buNone/>
            </a:pPr>
            <a:r>
              <a:rPr lang="en-IN" sz="1800" b="1" i="0" u="none" strike="noStrike" dirty="0">
                <a:solidFill>
                  <a:srgbClr val="000000"/>
                </a:solidFill>
                <a:effectLst/>
                <a:latin typeface="Times New Roman" panose="02020603050405020304" pitchFamily="18" charset="0"/>
              </a:rPr>
              <a:t>(B)</a:t>
            </a:r>
            <a:br>
              <a:rPr lang="en-IN" sz="1800" b="1" i="0" u="none" strike="noStrike" dirty="0">
                <a:solidFill>
                  <a:srgbClr val="000000"/>
                </a:solidFill>
                <a:effectLst/>
                <a:latin typeface="Times New Roman" panose="02020603050405020304" pitchFamily="18" charset="0"/>
              </a:rPr>
            </a:br>
            <a:r>
              <a:rPr lang="en-IN" sz="1800" b="0" i="0" u="none" strike="noStrike" dirty="0">
                <a:solidFill>
                  <a:srgbClr val="000000"/>
                </a:solidFill>
                <a:effectLst/>
                <a:latin typeface="Times New Roman" panose="02020603050405020304" pitchFamily="18" charset="0"/>
              </a:rPr>
              <a:t>(ii) Make all the rankings in descending order except </a:t>
            </a:r>
            <a:r>
              <a:rPr lang="en-IN" sz="1800" b="1" i="0" u="none" strike="noStrike" dirty="0">
                <a:solidFill>
                  <a:srgbClr val="000000"/>
                </a:solidFill>
                <a:effectLst/>
                <a:latin typeface="Times New Roman" panose="02020603050405020304" pitchFamily="18" charset="0"/>
              </a:rPr>
              <a:t>India</a:t>
            </a:r>
            <a:r>
              <a:rPr lang="en-IN" sz="1800" b="0" i="0" u="none" strike="noStrike" dirty="0">
                <a:solidFill>
                  <a:srgbClr val="000000"/>
                </a:solidFill>
                <a:effectLst/>
                <a:latin typeface="Times New Roman" panose="02020603050405020304" pitchFamily="18" charset="0"/>
              </a:rPr>
              <a:t> and </a:t>
            </a:r>
            <a:r>
              <a:rPr lang="en-IN" sz="1800" b="1" i="0" u="none" strike="noStrike" dirty="0">
                <a:solidFill>
                  <a:srgbClr val="000000"/>
                </a:solidFill>
                <a:effectLst/>
                <a:latin typeface="Times New Roman" panose="02020603050405020304" pitchFamily="18" charset="0"/>
              </a:rPr>
              <a:t>Sri Lanka</a:t>
            </a:r>
            <a:r>
              <a:rPr lang="en-IN" sz="1800" b="0" i="0" u="none" strike="noStrike" dirty="0">
                <a:solidFill>
                  <a:srgbClr val="000000"/>
                </a:solidFill>
                <a:effectLst/>
                <a:latin typeface="Times New Roman" panose="02020603050405020304" pitchFamily="18" charset="0"/>
              </a:rPr>
              <a:t>.</a:t>
            </a:r>
            <a:endParaRPr lang="en-IN" b="0" dirty="0">
              <a:effectLst/>
            </a:endParaRPr>
          </a:p>
          <a:p>
            <a:pPr>
              <a:buNone/>
            </a:pPr>
            <a:br>
              <a:rPr lang="en-IN" dirty="0"/>
            </a:br>
            <a:endParaRPr lang="en-IN" dirty="0"/>
          </a:p>
        </p:txBody>
      </p:sp>
    </p:spTree>
    <p:extLst>
      <p:ext uri="{BB962C8B-B14F-4D97-AF65-F5344CB8AC3E}">
        <p14:creationId xmlns:p14="http://schemas.microsoft.com/office/powerpoint/2010/main" val="365320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BA0D4-4330-E1F3-9AD9-5D2BC5FF4AB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A02AC3-DE6A-05C4-D170-A012D9987750}"/>
              </a:ext>
            </a:extLst>
          </p:cNvPr>
          <p:cNvSpPr txBox="1"/>
          <p:nvPr/>
        </p:nvSpPr>
        <p:spPr>
          <a:xfrm>
            <a:off x="374904" y="752328"/>
            <a:ext cx="11027664" cy="2308324"/>
          </a:xfrm>
          <a:prstGeom prst="rect">
            <a:avLst/>
          </a:prstGeom>
          <a:noFill/>
        </p:spPr>
        <p:txBody>
          <a:bodyPr wrap="square">
            <a:spAutoFit/>
          </a:bodyPr>
          <a:lstStyle/>
          <a:p>
            <a:r>
              <a:rPr lang="en-IN" sz="1800" b="1" i="0" u="none" strike="noStrike" dirty="0">
                <a:solidFill>
                  <a:srgbClr val="000000"/>
                </a:solidFill>
                <a:effectLst/>
                <a:latin typeface="Times New Roman" panose="02020603050405020304" pitchFamily="18" charset="0"/>
              </a:rPr>
              <a:t>(C)</a:t>
            </a:r>
            <a:br>
              <a:rPr lang="en-IN" sz="1800" b="1" i="0" u="none" strike="noStrike" dirty="0">
                <a:solidFill>
                  <a:srgbClr val="000000"/>
                </a:solidFill>
                <a:effectLst/>
                <a:latin typeface="Times New Roman" panose="02020603050405020304" pitchFamily="18" charset="0"/>
              </a:rPr>
            </a:br>
            <a:r>
              <a:rPr lang="en-IN" dirty="0"/>
              <a:t>A company maintains employee information in a single table where each employee may report to another employee acting as their manager. Prepare a report that displays the details of every employee who supervises at least one other employee. The report should include the manager's employee ID, name, total number of direct reports, and the average age of those reporting employees. The average age should be rounded to the nearest whole number and the final result should be sorted by employee ID.</a:t>
            </a:r>
          </a:p>
          <a:p>
            <a:pPr>
              <a:buNone/>
            </a:pPr>
            <a:br>
              <a:rPr lang="en-IN" dirty="0"/>
            </a:br>
            <a:endParaRPr lang="en-IN" dirty="0"/>
          </a:p>
        </p:txBody>
      </p:sp>
      <p:graphicFrame>
        <p:nvGraphicFramePr>
          <p:cNvPr id="2" name="Table 1">
            <a:extLst>
              <a:ext uri="{FF2B5EF4-FFF2-40B4-BE49-F238E27FC236}">
                <a16:creationId xmlns:a16="http://schemas.microsoft.com/office/drawing/2014/main" id="{FC7BF914-9B86-E75C-53DE-D5EBACE068FA}"/>
              </a:ext>
            </a:extLst>
          </p:cNvPr>
          <p:cNvGraphicFramePr>
            <a:graphicFrameLocks noGrp="1"/>
          </p:cNvGraphicFramePr>
          <p:nvPr>
            <p:extLst>
              <p:ext uri="{D42A27DB-BD31-4B8C-83A1-F6EECF244321}">
                <p14:modId xmlns:p14="http://schemas.microsoft.com/office/powerpoint/2010/main" val="4291240200"/>
              </p:ext>
            </p:extLst>
          </p:nvPr>
        </p:nvGraphicFramePr>
        <p:xfrm>
          <a:off x="496824" y="2870249"/>
          <a:ext cx="8128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118924448"/>
                    </a:ext>
                  </a:extLst>
                </a:gridCol>
                <a:gridCol w="2032000">
                  <a:extLst>
                    <a:ext uri="{9D8B030D-6E8A-4147-A177-3AD203B41FA5}">
                      <a16:colId xmlns:a16="http://schemas.microsoft.com/office/drawing/2014/main" val="1373391118"/>
                    </a:ext>
                  </a:extLst>
                </a:gridCol>
                <a:gridCol w="2032000">
                  <a:extLst>
                    <a:ext uri="{9D8B030D-6E8A-4147-A177-3AD203B41FA5}">
                      <a16:colId xmlns:a16="http://schemas.microsoft.com/office/drawing/2014/main" val="532211004"/>
                    </a:ext>
                  </a:extLst>
                </a:gridCol>
                <a:gridCol w="2032000">
                  <a:extLst>
                    <a:ext uri="{9D8B030D-6E8A-4147-A177-3AD203B41FA5}">
                      <a16:colId xmlns:a16="http://schemas.microsoft.com/office/drawing/2014/main" val="3002542601"/>
                    </a:ext>
                  </a:extLst>
                </a:gridCol>
              </a:tblGrid>
              <a:tr h="370840">
                <a:tc>
                  <a:txBody>
                    <a:bodyPr/>
                    <a:lstStyle/>
                    <a:p>
                      <a:pPr>
                        <a:buNone/>
                      </a:pPr>
                      <a:r>
                        <a:rPr lang="en-IN" dirty="0" err="1"/>
                        <a:t>employee_id</a:t>
                      </a:r>
                      <a:endParaRPr lang="en-IN" dirty="0"/>
                    </a:p>
                  </a:txBody>
                  <a:tcPr anchor="ctr"/>
                </a:tc>
                <a:tc>
                  <a:txBody>
                    <a:bodyPr/>
                    <a:lstStyle/>
                    <a:p>
                      <a:pPr>
                        <a:buNone/>
                      </a:pPr>
                      <a:r>
                        <a:rPr lang="en-IN"/>
                        <a:t>name</a:t>
                      </a:r>
                    </a:p>
                  </a:txBody>
                  <a:tcPr anchor="ctr"/>
                </a:tc>
                <a:tc>
                  <a:txBody>
                    <a:bodyPr/>
                    <a:lstStyle/>
                    <a:p>
                      <a:pPr>
                        <a:buNone/>
                      </a:pPr>
                      <a:r>
                        <a:rPr lang="en-IN"/>
                        <a:t>reports_to</a:t>
                      </a:r>
                    </a:p>
                  </a:txBody>
                  <a:tcPr anchor="ctr"/>
                </a:tc>
                <a:tc>
                  <a:txBody>
                    <a:bodyPr/>
                    <a:lstStyle/>
                    <a:p>
                      <a:pPr>
                        <a:buNone/>
                      </a:pPr>
                      <a:r>
                        <a:rPr lang="en-IN"/>
                        <a:t>age</a:t>
                      </a:r>
                    </a:p>
                  </a:txBody>
                  <a:tcPr anchor="ctr"/>
                </a:tc>
                <a:extLst>
                  <a:ext uri="{0D108BD9-81ED-4DB2-BD59-A6C34878D82A}">
                    <a16:rowId xmlns:a16="http://schemas.microsoft.com/office/drawing/2014/main" val="4262140827"/>
                  </a:ext>
                </a:extLst>
              </a:tr>
              <a:tr h="370840">
                <a:tc>
                  <a:txBody>
                    <a:bodyPr/>
                    <a:lstStyle/>
                    <a:p>
                      <a:pPr>
                        <a:buNone/>
                      </a:pPr>
                      <a:r>
                        <a:rPr lang="en-IN"/>
                        <a:t>9</a:t>
                      </a:r>
                    </a:p>
                  </a:txBody>
                  <a:tcPr anchor="ctr"/>
                </a:tc>
                <a:tc>
                  <a:txBody>
                    <a:bodyPr/>
                    <a:lstStyle/>
                    <a:p>
                      <a:pPr>
                        <a:buNone/>
                      </a:pPr>
                      <a:r>
                        <a:rPr lang="en-IN"/>
                        <a:t>Hercy</a:t>
                      </a:r>
                    </a:p>
                  </a:txBody>
                  <a:tcPr anchor="ctr"/>
                </a:tc>
                <a:tc>
                  <a:txBody>
                    <a:bodyPr/>
                    <a:lstStyle/>
                    <a:p>
                      <a:pPr>
                        <a:buNone/>
                      </a:pPr>
                      <a:r>
                        <a:rPr lang="en-IN"/>
                        <a:t>NULL</a:t>
                      </a:r>
                    </a:p>
                  </a:txBody>
                  <a:tcPr anchor="ctr"/>
                </a:tc>
                <a:tc>
                  <a:txBody>
                    <a:bodyPr/>
                    <a:lstStyle/>
                    <a:p>
                      <a:pPr>
                        <a:buNone/>
                      </a:pPr>
                      <a:r>
                        <a:rPr lang="en-IN"/>
                        <a:t>43</a:t>
                      </a:r>
                    </a:p>
                  </a:txBody>
                  <a:tcPr anchor="ctr"/>
                </a:tc>
                <a:extLst>
                  <a:ext uri="{0D108BD9-81ED-4DB2-BD59-A6C34878D82A}">
                    <a16:rowId xmlns:a16="http://schemas.microsoft.com/office/drawing/2014/main" val="329098220"/>
                  </a:ext>
                </a:extLst>
              </a:tr>
              <a:tr h="370840">
                <a:tc>
                  <a:txBody>
                    <a:bodyPr/>
                    <a:lstStyle/>
                    <a:p>
                      <a:pPr>
                        <a:buNone/>
                      </a:pPr>
                      <a:r>
                        <a:rPr lang="en-IN"/>
                        <a:t>6</a:t>
                      </a:r>
                    </a:p>
                  </a:txBody>
                  <a:tcPr anchor="ctr"/>
                </a:tc>
                <a:tc>
                  <a:txBody>
                    <a:bodyPr/>
                    <a:lstStyle/>
                    <a:p>
                      <a:pPr>
                        <a:buNone/>
                      </a:pPr>
                      <a:r>
                        <a:rPr lang="en-IN"/>
                        <a:t>Alice</a:t>
                      </a:r>
                    </a:p>
                  </a:txBody>
                  <a:tcPr anchor="ctr"/>
                </a:tc>
                <a:tc>
                  <a:txBody>
                    <a:bodyPr/>
                    <a:lstStyle/>
                    <a:p>
                      <a:pPr>
                        <a:buNone/>
                      </a:pPr>
                      <a:r>
                        <a:rPr lang="en-IN"/>
                        <a:t>9</a:t>
                      </a:r>
                    </a:p>
                  </a:txBody>
                  <a:tcPr anchor="ctr"/>
                </a:tc>
                <a:tc>
                  <a:txBody>
                    <a:bodyPr/>
                    <a:lstStyle/>
                    <a:p>
                      <a:pPr>
                        <a:buNone/>
                      </a:pPr>
                      <a:r>
                        <a:rPr lang="en-IN"/>
                        <a:t>41</a:t>
                      </a:r>
                    </a:p>
                  </a:txBody>
                  <a:tcPr anchor="ctr"/>
                </a:tc>
                <a:extLst>
                  <a:ext uri="{0D108BD9-81ED-4DB2-BD59-A6C34878D82A}">
                    <a16:rowId xmlns:a16="http://schemas.microsoft.com/office/drawing/2014/main" val="164128489"/>
                  </a:ext>
                </a:extLst>
              </a:tr>
              <a:tr h="370840">
                <a:tc>
                  <a:txBody>
                    <a:bodyPr/>
                    <a:lstStyle/>
                    <a:p>
                      <a:pPr>
                        <a:buNone/>
                      </a:pPr>
                      <a:r>
                        <a:rPr lang="en-IN"/>
                        <a:t>4</a:t>
                      </a:r>
                    </a:p>
                  </a:txBody>
                  <a:tcPr anchor="ctr"/>
                </a:tc>
                <a:tc>
                  <a:txBody>
                    <a:bodyPr/>
                    <a:lstStyle/>
                    <a:p>
                      <a:pPr>
                        <a:buNone/>
                      </a:pPr>
                      <a:r>
                        <a:rPr lang="en-IN"/>
                        <a:t>Bob</a:t>
                      </a:r>
                    </a:p>
                  </a:txBody>
                  <a:tcPr anchor="ctr"/>
                </a:tc>
                <a:tc>
                  <a:txBody>
                    <a:bodyPr/>
                    <a:lstStyle/>
                    <a:p>
                      <a:pPr>
                        <a:buNone/>
                      </a:pPr>
                      <a:r>
                        <a:rPr lang="en-IN"/>
                        <a:t>9</a:t>
                      </a:r>
                    </a:p>
                  </a:txBody>
                  <a:tcPr anchor="ctr"/>
                </a:tc>
                <a:tc>
                  <a:txBody>
                    <a:bodyPr/>
                    <a:lstStyle/>
                    <a:p>
                      <a:pPr>
                        <a:buNone/>
                      </a:pPr>
                      <a:r>
                        <a:rPr lang="en-IN"/>
                        <a:t>36</a:t>
                      </a:r>
                    </a:p>
                  </a:txBody>
                  <a:tcPr anchor="ctr"/>
                </a:tc>
                <a:extLst>
                  <a:ext uri="{0D108BD9-81ED-4DB2-BD59-A6C34878D82A}">
                    <a16:rowId xmlns:a16="http://schemas.microsoft.com/office/drawing/2014/main" val="418890850"/>
                  </a:ext>
                </a:extLst>
              </a:tr>
              <a:tr h="370840">
                <a:tc>
                  <a:txBody>
                    <a:bodyPr/>
                    <a:lstStyle/>
                    <a:p>
                      <a:pPr>
                        <a:buNone/>
                      </a:pPr>
                      <a:r>
                        <a:rPr lang="en-IN"/>
                        <a:t>2</a:t>
                      </a:r>
                    </a:p>
                  </a:txBody>
                  <a:tcPr anchor="ctr"/>
                </a:tc>
                <a:tc>
                  <a:txBody>
                    <a:bodyPr/>
                    <a:lstStyle/>
                    <a:p>
                      <a:pPr>
                        <a:buNone/>
                      </a:pPr>
                      <a:r>
                        <a:rPr lang="en-IN"/>
                        <a:t>Winston</a:t>
                      </a:r>
                    </a:p>
                  </a:txBody>
                  <a:tcPr anchor="ctr"/>
                </a:tc>
                <a:tc>
                  <a:txBody>
                    <a:bodyPr/>
                    <a:lstStyle/>
                    <a:p>
                      <a:pPr>
                        <a:buNone/>
                      </a:pPr>
                      <a:r>
                        <a:rPr lang="en-IN"/>
                        <a:t>NULL</a:t>
                      </a:r>
                    </a:p>
                  </a:txBody>
                  <a:tcPr anchor="ctr"/>
                </a:tc>
                <a:tc>
                  <a:txBody>
                    <a:bodyPr/>
                    <a:lstStyle/>
                    <a:p>
                      <a:pPr>
                        <a:buNone/>
                      </a:pPr>
                      <a:r>
                        <a:rPr lang="en-IN" dirty="0"/>
                        <a:t>37</a:t>
                      </a:r>
                    </a:p>
                  </a:txBody>
                  <a:tcPr anchor="ctr"/>
                </a:tc>
                <a:extLst>
                  <a:ext uri="{0D108BD9-81ED-4DB2-BD59-A6C34878D82A}">
                    <a16:rowId xmlns:a16="http://schemas.microsoft.com/office/drawing/2014/main" val="1950120294"/>
                  </a:ext>
                </a:extLst>
              </a:tr>
            </a:tbl>
          </a:graphicData>
        </a:graphic>
      </p:graphicFrame>
    </p:spTree>
    <p:extLst>
      <p:ext uri="{BB962C8B-B14F-4D97-AF65-F5344CB8AC3E}">
        <p14:creationId xmlns:p14="http://schemas.microsoft.com/office/powerpoint/2010/main" val="94186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2F04A-F52D-96E9-0F4F-51B441DE986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B36E9F7-AA7B-E26A-AE49-C6215566AE51}"/>
              </a:ext>
            </a:extLst>
          </p:cNvPr>
          <p:cNvGraphicFramePr>
            <a:graphicFrameLocks noGrp="1"/>
          </p:cNvGraphicFramePr>
          <p:nvPr>
            <p:extLst>
              <p:ext uri="{D42A27DB-BD31-4B8C-83A1-F6EECF244321}">
                <p14:modId xmlns:p14="http://schemas.microsoft.com/office/powerpoint/2010/main" val="3180783600"/>
              </p:ext>
            </p:extLst>
          </p:nvPr>
        </p:nvGraphicFramePr>
        <p:xfrm>
          <a:off x="953008" y="1954106"/>
          <a:ext cx="8128000" cy="7416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658791717"/>
                    </a:ext>
                  </a:extLst>
                </a:gridCol>
                <a:gridCol w="2032000">
                  <a:extLst>
                    <a:ext uri="{9D8B030D-6E8A-4147-A177-3AD203B41FA5}">
                      <a16:colId xmlns:a16="http://schemas.microsoft.com/office/drawing/2014/main" val="2268797050"/>
                    </a:ext>
                  </a:extLst>
                </a:gridCol>
                <a:gridCol w="2032000">
                  <a:extLst>
                    <a:ext uri="{9D8B030D-6E8A-4147-A177-3AD203B41FA5}">
                      <a16:colId xmlns:a16="http://schemas.microsoft.com/office/drawing/2014/main" val="3709413000"/>
                    </a:ext>
                  </a:extLst>
                </a:gridCol>
                <a:gridCol w="2032000">
                  <a:extLst>
                    <a:ext uri="{9D8B030D-6E8A-4147-A177-3AD203B41FA5}">
                      <a16:colId xmlns:a16="http://schemas.microsoft.com/office/drawing/2014/main" val="411129662"/>
                    </a:ext>
                  </a:extLst>
                </a:gridCol>
              </a:tblGrid>
              <a:tr h="370840">
                <a:tc>
                  <a:txBody>
                    <a:bodyPr/>
                    <a:lstStyle/>
                    <a:p>
                      <a:pPr>
                        <a:buNone/>
                      </a:pPr>
                      <a:r>
                        <a:rPr lang="en-IN" dirty="0" err="1"/>
                        <a:t>employee_id</a:t>
                      </a:r>
                      <a:endParaRPr lang="en-IN" dirty="0"/>
                    </a:p>
                  </a:txBody>
                  <a:tcPr anchor="ctr"/>
                </a:tc>
                <a:tc>
                  <a:txBody>
                    <a:bodyPr/>
                    <a:lstStyle/>
                    <a:p>
                      <a:pPr>
                        <a:buNone/>
                      </a:pPr>
                      <a:r>
                        <a:rPr lang="en-IN"/>
                        <a:t>name</a:t>
                      </a:r>
                    </a:p>
                  </a:txBody>
                  <a:tcPr anchor="ctr"/>
                </a:tc>
                <a:tc>
                  <a:txBody>
                    <a:bodyPr/>
                    <a:lstStyle/>
                    <a:p>
                      <a:pPr>
                        <a:buNone/>
                      </a:pPr>
                      <a:r>
                        <a:rPr lang="en-IN"/>
                        <a:t>reports_count</a:t>
                      </a:r>
                    </a:p>
                  </a:txBody>
                  <a:tcPr anchor="ctr"/>
                </a:tc>
                <a:tc>
                  <a:txBody>
                    <a:bodyPr/>
                    <a:lstStyle/>
                    <a:p>
                      <a:pPr>
                        <a:buNone/>
                      </a:pPr>
                      <a:r>
                        <a:rPr lang="en-IN"/>
                        <a:t>average_age</a:t>
                      </a:r>
                    </a:p>
                  </a:txBody>
                  <a:tcPr anchor="ctr"/>
                </a:tc>
                <a:extLst>
                  <a:ext uri="{0D108BD9-81ED-4DB2-BD59-A6C34878D82A}">
                    <a16:rowId xmlns:a16="http://schemas.microsoft.com/office/drawing/2014/main" val="3147378150"/>
                  </a:ext>
                </a:extLst>
              </a:tr>
              <a:tr h="370840">
                <a:tc>
                  <a:txBody>
                    <a:bodyPr/>
                    <a:lstStyle/>
                    <a:p>
                      <a:pPr>
                        <a:buNone/>
                      </a:pPr>
                      <a:r>
                        <a:rPr lang="en-IN"/>
                        <a:t>9</a:t>
                      </a:r>
                    </a:p>
                  </a:txBody>
                  <a:tcPr anchor="ctr"/>
                </a:tc>
                <a:tc>
                  <a:txBody>
                    <a:bodyPr/>
                    <a:lstStyle/>
                    <a:p>
                      <a:pPr>
                        <a:buNone/>
                      </a:pPr>
                      <a:r>
                        <a:rPr lang="en-IN"/>
                        <a:t>Hercy</a:t>
                      </a:r>
                    </a:p>
                  </a:txBody>
                  <a:tcPr anchor="ctr"/>
                </a:tc>
                <a:tc>
                  <a:txBody>
                    <a:bodyPr/>
                    <a:lstStyle/>
                    <a:p>
                      <a:pPr>
                        <a:buNone/>
                      </a:pPr>
                      <a:r>
                        <a:rPr lang="en-IN"/>
                        <a:t>2</a:t>
                      </a:r>
                    </a:p>
                  </a:txBody>
                  <a:tcPr anchor="ctr"/>
                </a:tc>
                <a:tc>
                  <a:txBody>
                    <a:bodyPr/>
                    <a:lstStyle/>
                    <a:p>
                      <a:pPr>
                        <a:buNone/>
                      </a:pPr>
                      <a:r>
                        <a:rPr lang="en-IN" dirty="0"/>
                        <a:t>39</a:t>
                      </a:r>
                    </a:p>
                  </a:txBody>
                  <a:tcPr anchor="ctr"/>
                </a:tc>
                <a:extLst>
                  <a:ext uri="{0D108BD9-81ED-4DB2-BD59-A6C34878D82A}">
                    <a16:rowId xmlns:a16="http://schemas.microsoft.com/office/drawing/2014/main" val="4157240792"/>
                  </a:ext>
                </a:extLst>
              </a:tr>
            </a:tbl>
          </a:graphicData>
        </a:graphic>
      </p:graphicFrame>
      <p:sp>
        <p:nvSpPr>
          <p:cNvPr id="6" name="TextBox 5">
            <a:extLst>
              <a:ext uri="{FF2B5EF4-FFF2-40B4-BE49-F238E27FC236}">
                <a16:creationId xmlns:a16="http://schemas.microsoft.com/office/drawing/2014/main" id="{29CC5F49-F98E-F3B4-B51E-59FD73F42946}"/>
              </a:ext>
            </a:extLst>
          </p:cNvPr>
          <p:cNvSpPr txBox="1"/>
          <p:nvPr/>
        </p:nvSpPr>
        <p:spPr>
          <a:xfrm>
            <a:off x="953008" y="1394928"/>
            <a:ext cx="3304674" cy="369332"/>
          </a:xfrm>
          <a:prstGeom prst="rect">
            <a:avLst/>
          </a:prstGeom>
          <a:noFill/>
        </p:spPr>
        <p:txBody>
          <a:bodyPr wrap="square">
            <a:spAutoFit/>
          </a:bodyPr>
          <a:lstStyle/>
          <a:p>
            <a:pPr rtl="0">
              <a:spcAft>
                <a:spcPts val="800"/>
              </a:spcAft>
              <a:buNone/>
            </a:pPr>
            <a:r>
              <a:rPr lang="en-US" dirty="0">
                <a:solidFill>
                  <a:srgbClr val="000000"/>
                </a:solidFill>
                <a:latin typeface="Times New Roman" panose="02020603050405020304" pitchFamily="18" charset="0"/>
              </a:rPr>
              <a:t>O</a:t>
            </a:r>
            <a:r>
              <a:rPr lang="en-IN" dirty="0" err="1">
                <a:solidFill>
                  <a:srgbClr val="000000"/>
                </a:solidFill>
                <a:latin typeface="Times New Roman" panose="02020603050405020304" pitchFamily="18" charset="0"/>
              </a:rPr>
              <a:t>utput</a:t>
            </a:r>
            <a:endParaRPr lang="en-IN" b="0" dirty="0">
              <a:effectLst/>
            </a:endParaRPr>
          </a:p>
        </p:txBody>
      </p:sp>
    </p:spTree>
    <p:extLst>
      <p:ext uri="{BB962C8B-B14F-4D97-AF65-F5344CB8AC3E}">
        <p14:creationId xmlns:p14="http://schemas.microsoft.com/office/powerpoint/2010/main" val="1209153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190CA-B043-44DC-2322-DB1B3FF553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60476AE-18FB-3AF4-B98D-D79EA78CE487}"/>
              </a:ext>
            </a:extLst>
          </p:cNvPr>
          <p:cNvSpPr txBox="1"/>
          <p:nvPr/>
        </p:nvSpPr>
        <p:spPr>
          <a:xfrm>
            <a:off x="434558" y="1605772"/>
            <a:ext cx="6098720" cy="369332"/>
          </a:xfrm>
          <a:prstGeom prst="rect">
            <a:avLst/>
          </a:prstGeom>
          <a:noFill/>
        </p:spPr>
        <p:txBody>
          <a:bodyPr wrap="square">
            <a:spAutoFit/>
          </a:bodyPr>
          <a:lstStyle/>
          <a:p>
            <a:r>
              <a:rPr lang="en-IN" dirty="0"/>
              <a:t>1. https://datalemur.com/questions/product-line-profit</a:t>
            </a:r>
          </a:p>
        </p:txBody>
      </p:sp>
      <p:sp>
        <p:nvSpPr>
          <p:cNvPr id="5" name="Title 1">
            <a:extLst>
              <a:ext uri="{FF2B5EF4-FFF2-40B4-BE49-F238E27FC236}">
                <a16:creationId xmlns:a16="http://schemas.microsoft.com/office/drawing/2014/main" id="{2B346B91-59FA-4D07-9FE9-66CA4B58F585}"/>
              </a:ext>
            </a:extLst>
          </p:cNvPr>
          <p:cNvSpPr>
            <a:spLocks noGrp="1"/>
          </p:cNvSpPr>
          <p:nvPr>
            <p:ph type="title"/>
          </p:nvPr>
        </p:nvSpPr>
        <p:spPr>
          <a:xfrm>
            <a:off x="307848" y="502286"/>
            <a:ext cx="10515600" cy="757822"/>
          </a:xfrm>
        </p:spPr>
        <p:txBody>
          <a:bodyPr/>
          <a:lstStyle/>
          <a:p>
            <a:r>
              <a:rPr lang="en-US" b="1" dirty="0"/>
              <a:t>Experiment 04: </a:t>
            </a:r>
            <a:r>
              <a:rPr lang="en-US" b="1" dirty="0" err="1"/>
              <a:t>HomeTask</a:t>
            </a:r>
            <a:endParaRPr lang="en-IN" b="1" dirty="0"/>
          </a:p>
        </p:txBody>
      </p:sp>
      <p:sp>
        <p:nvSpPr>
          <p:cNvPr id="8" name="TextBox 7">
            <a:extLst>
              <a:ext uri="{FF2B5EF4-FFF2-40B4-BE49-F238E27FC236}">
                <a16:creationId xmlns:a16="http://schemas.microsoft.com/office/drawing/2014/main" id="{47520C20-BE19-2B51-79F1-AA16A63589BB}"/>
              </a:ext>
            </a:extLst>
          </p:cNvPr>
          <p:cNvSpPr txBox="1"/>
          <p:nvPr/>
        </p:nvSpPr>
        <p:spPr>
          <a:xfrm>
            <a:off x="434558" y="2320768"/>
            <a:ext cx="6928866" cy="369332"/>
          </a:xfrm>
          <a:prstGeom prst="rect">
            <a:avLst/>
          </a:prstGeom>
          <a:noFill/>
        </p:spPr>
        <p:txBody>
          <a:bodyPr wrap="square">
            <a:spAutoFit/>
          </a:bodyPr>
          <a:lstStyle/>
          <a:p>
            <a:r>
              <a:rPr lang="en-IN" dirty="0"/>
              <a:t>2. https://datalemur.com/questions/international-call-percentage</a:t>
            </a:r>
          </a:p>
        </p:txBody>
      </p:sp>
    </p:spTree>
    <p:extLst>
      <p:ext uri="{BB962C8B-B14F-4D97-AF65-F5344CB8AC3E}">
        <p14:creationId xmlns:p14="http://schemas.microsoft.com/office/powerpoint/2010/main" val="23108733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737</TotalTime>
  <Words>423</Words>
  <Application>Microsoft Office PowerPoint</Application>
  <PresentationFormat>Widescreen</PresentationFormat>
  <Paragraphs>118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Experiment 04</vt:lpstr>
      <vt:lpstr>PowerPoint Presentation</vt:lpstr>
      <vt:lpstr>Experiment 04</vt:lpstr>
      <vt:lpstr>PowerPoint Presentation</vt:lpstr>
      <vt:lpstr>PowerPoint Presentation</vt:lpstr>
      <vt:lpstr>Experiment 04: HomeTask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Alok Singh Rathore</dc:creator>
  <cp:lastModifiedBy>Alok Singh Rathore</cp:lastModifiedBy>
  <cp:revision>6</cp:revision>
  <dcterms:created xsi:type="dcterms:W3CDTF">2026-07-02T16:54:12Z</dcterms:created>
  <dcterms:modified xsi:type="dcterms:W3CDTF">2026-07-27T03:32:28Z</dcterms:modified>
</cp:coreProperties>
</file>