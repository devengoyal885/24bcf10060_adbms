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63" r:id="rId5"/>
    <p:sldId id="258" r:id="rId6"/>
    <p:sldId id="262" r:id="rId7"/>
    <p:sldId id="260" r:id="rId8"/>
    <p:sldId id="261"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62" y="8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E7EBD6-CF78-4A29-A38F-7244555E5EDB}" type="datetimeFigureOut">
              <a:rPr lang="en-IN" smtClean="0"/>
              <a:t>26-07-2026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46B21D-F017-4B89-B166-CE23B9413F9E}" type="slidenum">
              <a:rPr lang="en-IN" smtClean="0"/>
              <a:t>‹#›</a:t>
            </a:fld>
            <a:endParaRPr lang="en-IN"/>
          </a:p>
        </p:txBody>
      </p:sp>
    </p:spTree>
    <p:extLst>
      <p:ext uri="{BB962C8B-B14F-4D97-AF65-F5344CB8AC3E}">
        <p14:creationId xmlns:p14="http://schemas.microsoft.com/office/powerpoint/2010/main" val="3939668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46B21D-F017-4B89-B166-CE23B9413F9E}" type="slidenum">
              <a:rPr lang="en-IN" smtClean="0"/>
              <a:t>4</a:t>
            </a:fld>
            <a:endParaRPr lang="en-IN"/>
          </a:p>
        </p:txBody>
      </p:sp>
    </p:spTree>
    <p:extLst>
      <p:ext uri="{BB962C8B-B14F-4D97-AF65-F5344CB8AC3E}">
        <p14:creationId xmlns:p14="http://schemas.microsoft.com/office/powerpoint/2010/main" val="1197506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2274-9DBE-B0E8-399C-D6B9BA4BE7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913F89-3E57-5106-DA85-C893A3699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366ADD-F545-8A14-04DA-3DF08D326E48}"/>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5" name="Footer Placeholder 4">
            <a:extLst>
              <a:ext uri="{FF2B5EF4-FFF2-40B4-BE49-F238E27FC236}">
                <a16:creationId xmlns:a16="http://schemas.microsoft.com/office/drawing/2014/main" id="{63E4A0BD-A982-0CC8-801C-5C9F227CC2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22F5B7-87AF-38E7-5ABE-CDA7693378F7}"/>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141484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E4B5C-1B9E-B32E-0968-CC128C7103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ECB8FE-F3EB-B577-47F9-0E3358A81A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951152-350E-2DF8-13C2-EBD87F1CD475}"/>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5" name="Footer Placeholder 4">
            <a:extLst>
              <a:ext uri="{FF2B5EF4-FFF2-40B4-BE49-F238E27FC236}">
                <a16:creationId xmlns:a16="http://schemas.microsoft.com/office/drawing/2014/main" id="{0F2D50BE-21D4-A6F5-5A4D-AB4AB52CBD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425F23-A09B-4733-135E-10EB2B444DD9}"/>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138814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F572A-B74E-4EE6-1BCB-7C0A766457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3B2895-4A14-4FD4-375A-95747C1FC7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5E64E1-83BC-9A7E-4AAB-D03236B09FF7}"/>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5" name="Footer Placeholder 4">
            <a:extLst>
              <a:ext uri="{FF2B5EF4-FFF2-40B4-BE49-F238E27FC236}">
                <a16:creationId xmlns:a16="http://schemas.microsoft.com/office/drawing/2014/main" id="{80205E4F-32C0-F86B-AF58-E428BFE5CA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E07786-F595-11B3-5BB7-1508B750449B}"/>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1762616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7FD4B-F9AD-F6E1-DE86-E2836FABCF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4407CC-40DC-C2A0-D0B4-E73276A562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64D148-712D-38D9-20A5-263E9C05C4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97F97C-395F-DE63-9771-EDFF0CD60245}"/>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6" name="Footer Placeholder 5">
            <a:extLst>
              <a:ext uri="{FF2B5EF4-FFF2-40B4-BE49-F238E27FC236}">
                <a16:creationId xmlns:a16="http://schemas.microsoft.com/office/drawing/2014/main" id="{5EE43EF3-5F6B-4B03-4081-0B5E99DE75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32904D-19BE-BA5C-48AB-AE2FAF50FC16}"/>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85647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B01AB-9E43-DF66-6D77-51FDCD231F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A0DEB6-8D21-FE37-52AB-2B977F87D0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827635-C4E9-8FFC-252F-98EE2A3765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242B34-30B3-F946-00ED-A898C07426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1120BB-2D4D-CB17-9A24-E107999B08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DC8CEF-2116-D656-AF57-B52E7D4DCDF1}"/>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8" name="Footer Placeholder 7">
            <a:extLst>
              <a:ext uri="{FF2B5EF4-FFF2-40B4-BE49-F238E27FC236}">
                <a16:creationId xmlns:a16="http://schemas.microsoft.com/office/drawing/2014/main" id="{8EE9CA50-91E8-64BE-A602-B4CBB40C6C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B55A8D-8C7A-9897-C0A9-4E0A59304DC6}"/>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2293950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967B3-52F1-4CAC-F33A-3AC536380D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1F53F9-6A8D-9103-4E4F-FF5C7B3C7B6D}"/>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4" name="Footer Placeholder 3">
            <a:extLst>
              <a:ext uri="{FF2B5EF4-FFF2-40B4-BE49-F238E27FC236}">
                <a16:creationId xmlns:a16="http://schemas.microsoft.com/office/drawing/2014/main" id="{44090ECC-7347-A054-F611-1631C39FDD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975C4B-D2A5-64F3-139F-176D67E1112D}"/>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412147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C54BF4-781E-2914-9097-017F1A6C8344}"/>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3" name="Footer Placeholder 2">
            <a:extLst>
              <a:ext uri="{FF2B5EF4-FFF2-40B4-BE49-F238E27FC236}">
                <a16:creationId xmlns:a16="http://schemas.microsoft.com/office/drawing/2014/main" id="{4AEFF4CE-BCA4-B7B8-CF94-139A6D1C07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6953C6-FE25-E58B-3462-E37BF76E66CA}"/>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270920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1A912-00FB-87B2-D319-9C9D09C4ED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B5A60AD-D496-1824-E533-5C3061FC77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5AB078-ACEF-3FBC-9569-0A4FD2F40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14751-307C-569E-60DD-72D44EA4D454}"/>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6" name="Footer Placeholder 5">
            <a:extLst>
              <a:ext uri="{FF2B5EF4-FFF2-40B4-BE49-F238E27FC236}">
                <a16:creationId xmlns:a16="http://schemas.microsoft.com/office/drawing/2014/main" id="{D71BA002-32F5-2FD2-CDE4-A50DBFC5E1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8CCB68-E345-BA3E-F133-BDCDBB5E6E2D}"/>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337275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55B8-4A64-2F4F-046E-3700242297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815203-25AA-598F-ECB9-E699180C95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014C011-3AFC-8238-F57F-B910811D5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E116F6-7F8A-C265-57BB-A01EDF6060F0}"/>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6" name="Footer Placeholder 5">
            <a:extLst>
              <a:ext uri="{FF2B5EF4-FFF2-40B4-BE49-F238E27FC236}">
                <a16:creationId xmlns:a16="http://schemas.microsoft.com/office/drawing/2014/main" id="{FF48B840-5AD8-10DF-4783-33B40B5F06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080404-E90A-77FC-B2A7-BD4EF364928A}"/>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2748350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84D3E-5A31-FA33-0E1D-E7B99D91BF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6D1779-B97F-39DA-606D-A0D07404D1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3F0052-7313-DD59-C356-B462500073CF}"/>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5" name="Footer Placeholder 4">
            <a:extLst>
              <a:ext uri="{FF2B5EF4-FFF2-40B4-BE49-F238E27FC236}">
                <a16:creationId xmlns:a16="http://schemas.microsoft.com/office/drawing/2014/main" id="{E1677517-1543-546B-8A0C-3C70C643CE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8F30D3-1BC1-A049-80D5-80F88CA77B04}"/>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1295520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EE9B0-5B4B-23B5-A641-20EF1AD889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BAD748-96F2-A95F-2FFF-D0A17DC117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5EF665-D427-A605-7E4B-F38AD42A4BF3}"/>
              </a:ext>
            </a:extLst>
          </p:cNvPr>
          <p:cNvSpPr>
            <a:spLocks noGrp="1"/>
          </p:cNvSpPr>
          <p:nvPr>
            <p:ph type="dt" sz="half" idx="10"/>
          </p:nvPr>
        </p:nvSpPr>
        <p:spPr/>
        <p:txBody>
          <a:bodyPr/>
          <a:lstStyle/>
          <a:p>
            <a:fld id="{83F0AE4C-7550-42BC-8A05-100C822DC3A0}" type="datetimeFigureOut">
              <a:rPr lang="en-IN" smtClean="0"/>
              <a:t>23-07-2026</a:t>
            </a:fld>
            <a:endParaRPr lang="en-IN"/>
          </a:p>
        </p:txBody>
      </p:sp>
      <p:sp>
        <p:nvSpPr>
          <p:cNvPr id="5" name="Footer Placeholder 4">
            <a:extLst>
              <a:ext uri="{FF2B5EF4-FFF2-40B4-BE49-F238E27FC236}">
                <a16:creationId xmlns:a16="http://schemas.microsoft.com/office/drawing/2014/main" id="{504618C2-235D-26E8-6EDD-492EDB56B5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BE6A09-60A3-B22A-D05D-A3892BB7588A}"/>
              </a:ext>
            </a:extLst>
          </p:cNvPr>
          <p:cNvSpPr>
            <a:spLocks noGrp="1"/>
          </p:cNvSpPr>
          <p:nvPr>
            <p:ph type="sldNum" sz="quarter" idx="12"/>
          </p:nvPr>
        </p:nvSpPr>
        <p:spPr/>
        <p:txBody>
          <a:bodyPr/>
          <a:lstStyle/>
          <a:p>
            <a:fld id="{2788DB9D-7C85-4A6B-A2D6-588F42613464}" type="slidenum">
              <a:rPr lang="en-IN" smtClean="0"/>
              <a:t>‹#›</a:t>
            </a:fld>
            <a:endParaRPr lang="en-IN"/>
          </a:p>
        </p:txBody>
      </p:sp>
    </p:spTree>
    <p:extLst>
      <p:ext uri="{BB962C8B-B14F-4D97-AF65-F5344CB8AC3E}">
        <p14:creationId xmlns:p14="http://schemas.microsoft.com/office/powerpoint/2010/main" val="272311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75F70-F685-3415-B40F-B9394EDA98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3968B5-AAF7-B2CB-560F-7904FFF3AA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F9CF87-56A9-C37E-A785-B208C2EF55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0AE4C-7550-42BC-8A05-100C822DC3A0}" type="datetimeFigureOut">
              <a:rPr lang="en-IN" smtClean="0"/>
              <a:t>23-07-2026</a:t>
            </a:fld>
            <a:endParaRPr lang="en-IN"/>
          </a:p>
        </p:txBody>
      </p:sp>
      <p:sp>
        <p:nvSpPr>
          <p:cNvPr id="5" name="Footer Placeholder 4">
            <a:extLst>
              <a:ext uri="{FF2B5EF4-FFF2-40B4-BE49-F238E27FC236}">
                <a16:creationId xmlns:a16="http://schemas.microsoft.com/office/drawing/2014/main" id="{91A1C858-D96A-BC5C-9774-CF9D372D50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1D9DAB-E128-303C-BA12-EB812D8773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88DB9D-7C85-4A6B-A2D6-588F42613464}" type="slidenum">
              <a:rPr lang="en-IN" smtClean="0"/>
              <a:t>‹#›</a:t>
            </a:fld>
            <a:endParaRPr lang="en-IN"/>
          </a:p>
        </p:txBody>
      </p:sp>
      <p:pic>
        <p:nvPicPr>
          <p:cNvPr id="7" name="Picture 6">
            <a:extLst>
              <a:ext uri="{FF2B5EF4-FFF2-40B4-BE49-F238E27FC236}">
                <a16:creationId xmlns:a16="http://schemas.microsoft.com/office/drawing/2014/main" id="{60D5E14F-01DB-A229-EE15-3BE796761CEC}"/>
              </a:ext>
            </a:extLst>
          </p:cNvPr>
          <p:cNvPicPr>
            <a:picLocks noChangeAspect="1"/>
          </p:cNvPicPr>
          <p:nvPr userDrawn="1"/>
        </p:nvPicPr>
        <p:blipFill>
          <a:blip r:embed="rId13"/>
          <a:stretch>
            <a:fillRect/>
          </a:stretch>
        </p:blipFill>
        <p:spPr>
          <a:xfrm>
            <a:off x="0" y="27493"/>
            <a:ext cx="11839074" cy="540327"/>
          </a:xfrm>
          <a:prstGeom prst="rect">
            <a:avLst/>
          </a:prstGeom>
        </p:spPr>
      </p:pic>
    </p:spTree>
    <p:extLst>
      <p:ext uri="{BB962C8B-B14F-4D97-AF65-F5344CB8AC3E}">
        <p14:creationId xmlns:p14="http://schemas.microsoft.com/office/powerpoint/2010/main" val="406154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CEB39-5AB5-1B88-25A8-F77DDBBEC6EC}"/>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graphicFrame>
        <p:nvGraphicFramePr>
          <p:cNvPr id="4" name="Table 3">
            <a:extLst>
              <a:ext uri="{FF2B5EF4-FFF2-40B4-BE49-F238E27FC236}">
                <a16:creationId xmlns:a16="http://schemas.microsoft.com/office/drawing/2014/main" id="{7A66BD25-3535-3569-DACB-F1E87C4DF8FC}"/>
              </a:ext>
            </a:extLst>
          </p:cNvPr>
          <p:cNvGraphicFramePr>
            <a:graphicFrameLocks noGrp="1"/>
          </p:cNvGraphicFramePr>
          <p:nvPr>
            <p:extLst>
              <p:ext uri="{D42A27DB-BD31-4B8C-83A1-F6EECF244321}">
                <p14:modId xmlns:p14="http://schemas.microsoft.com/office/powerpoint/2010/main" val="297315167"/>
              </p:ext>
            </p:extLst>
          </p:nvPr>
        </p:nvGraphicFramePr>
        <p:xfrm>
          <a:off x="7998995" y="1934517"/>
          <a:ext cx="3086100" cy="2743200"/>
        </p:xfrm>
        <a:graphic>
          <a:graphicData uri="http://schemas.openxmlformats.org/drawingml/2006/table">
            <a:tbl>
              <a:tblPr/>
              <a:tblGrid>
                <a:gridCol w="1028700">
                  <a:extLst>
                    <a:ext uri="{9D8B030D-6E8A-4147-A177-3AD203B41FA5}">
                      <a16:colId xmlns:a16="http://schemas.microsoft.com/office/drawing/2014/main" val="685215760"/>
                    </a:ext>
                  </a:extLst>
                </a:gridCol>
                <a:gridCol w="1028700">
                  <a:extLst>
                    <a:ext uri="{9D8B030D-6E8A-4147-A177-3AD203B41FA5}">
                      <a16:colId xmlns:a16="http://schemas.microsoft.com/office/drawing/2014/main" val="2410772692"/>
                    </a:ext>
                  </a:extLst>
                </a:gridCol>
                <a:gridCol w="1028700">
                  <a:extLst>
                    <a:ext uri="{9D8B030D-6E8A-4147-A177-3AD203B41FA5}">
                      <a16:colId xmlns:a16="http://schemas.microsoft.com/office/drawing/2014/main" val="1698587676"/>
                    </a:ext>
                  </a:extLst>
                </a:gridCol>
              </a:tblGrid>
              <a:tr h="238125">
                <a:tc>
                  <a:txBody>
                    <a:bodyPr/>
                    <a:lstStyle/>
                    <a:p>
                      <a:pPr rtl="0" fontAlgn="t">
                        <a:buNone/>
                      </a:pPr>
                      <a:r>
                        <a:rPr lang="en-IN" sz="1400" b="0" i="0" u="none" strike="noStrike">
                          <a:solidFill>
                            <a:srgbClr val="000000"/>
                          </a:solidFill>
                          <a:effectLst/>
                          <a:latin typeface="Times New Roman" panose="02020603050405020304" pitchFamily="18" charset="0"/>
                        </a:rPr>
                        <a:t>EID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DEPT</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SCORES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7236950"/>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7403690"/>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5.28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217419"/>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7336956"/>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7172287"/>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2.5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3499800"/>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7</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1012298"/>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7</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9</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722357"/>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Times New Roman" panose="02020603050405020304" pitchFamily="18" charset="0"/>
                        </a:rPr>
                        <a:t>D4</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Times New Roman" panose="02020603050405020304" pitchFamily="18" charset="0"/>
                        </a:rPr>
                        <a:t>10.2</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363702"/>
                  </a:ext>
                </a:extLst>
              </a:tr>
            </a:tbl>
          </a:graphicData>
        </a:graphic>
      </p:graphicFrame>
      <p:sp>
        <p:nvSpPr>
          <p:cNvPr id="6" name="TextBox 5">
            <a:extLst>
              <a:ext uri="{FF2B5EF4-FFF2-40B4-BE49-F238E27FC236}">
                <a16:creationId xmlns:a16="http://schemas.microsoft.com/office/drawing/2014/main" id="{4E66ADAB-8A88-39C5-8D53-CF2632DB8F5D}"/>
              </a:ext>
            </a:extLst>
          </p:cNvPr>
          <p:cNvSpPr txBox="1"/>
          <p:nvPr/>
        </p:nvSpPr>
        <p:spPr>
          <a:xfrm>
            <a:off x="1106905" y="1485106"/>
            <a:ext cx="6096000" cy="3642023"/>
          </a:xfrm>
          <a:prstGeom prst="rect">
            <a:avLst/>
          </a:prstGeom>
          <a:noFill/>
        </p:spPr>
        <p:txBody>
          <a:bodyPr wrap="square">
            <a:spAutoFit/>
          </a:bodyPr>
          <a:lstStyle/>
          <a:p>
            <a:pPr rtl="0">
              <a:spcAft>
                <a:spcPts val="800"/>
              </a:spcAft>
              <a:buNone/>
            </a:pPr>
            <a:r>
              <a:rPr lang="en-IN" sz="1400" b="1" i="0" u="none" strike="noStrike" dirty="0">
                <a:solidFill>
                  <a:srgbClr val="000000"/>
                </a:solidFill>
                <a:effectLst/>
                <a:latin typeface="Times New Roman" panose="02020603050405020304" pitchFamily="18" charset="0"/>
              </a:rPr>
              <a:t>(A):</a:t>
            </a:r>
            <a:br>
              <a:rPr lang="en-IN" sz="1400" b="1" i="0" u="none" strike="noStrike" dirty="0">
                <a:solidFill>
                  <a:srgbClr val="000000"/>
                </a:solidFill>
                <a:effectLst/>
                <a:latin typeface="Times New Roman" panose="02020603050405020304" pitchFamily="18" charset="0"/>
              </a:rPr>
            </a:br>
            <a:br>
              <a:rPr lang="en-IN" sz="1400" b="1" i="0" u="none" strike="noStrike" dirty="0">
                <a:solidFill>
                  <a:srgbClr val="000000"/>
                </a:solidFill>
                <a:effectLst/>
                <a:latin typeface="Times New Roman" panose="02020603050405020304" pitchFamily="18" charset="0"/>
              </a:rPr>
            </a:br>
            <a:br>
              <a:rPr lang="en-IN" sz="1400" b="1" i="0" u="none" strike="noStrike" dirty="0">
                <a:solidFill>
                  <a:srgbClr val="000000"/>
                </a:solidFill>
                <a:effectLst/>
                <a:latin typeface="Times New Roman" panose="02020603050405020304" pitchFamily="18" charset="0"/>
              </a:rPr>
            </a:br>
            <a:endParaRPr lang="en-IN" b="0" dirty="0">
              <a:effectLst/>
            </a:endParaRPr>
          </a:p>
          <a:p>
            <a:pPr rtl="0">
              <a:spcAft>
                <a:spcPts val="800"/>
              </a:spcAft>
              <a:buNone/>
            </a:pPr>
            <a:r>
              <a:rPr lang="en-IN" sz="1800" b="0" i="0" u="none" strike="noStrike" dirty="0">
                <a:solidFill>
                  <a:srgbClr val="000000"/>
                </a:solidFill>
                <a:effectLst/>
                <a:latin typeface="Times New Roman" panose="02020603050405020304" pitchFamily="18" charset="0"/>
              </a:rPr>
              <a:t> </a:t>
            </a:r>
            <a:endParaRPr lang="en-IN" b="0" dirty="0">
              <a:effectLst/>
            </a:endParaRPr>
          </a:p>
          <a:p>
            <a:pPr rtl="0">
              <a:spcAft>
                <a:spcPts val="800"/>
              </a:spcAft>
              <a:buNone/>
            </a:pPr>
            <a:r>
              <a:rPr lang="en-IN" sz="1800" b="0" i="0" u="none" strike="noStrike" dirty="0">
                <a:solidFill>
                  <a:srgbClr val="000000"/>
                </a:solidFill>
                <a:effectLst/>
                <a:latin typeface="Times New Roman" panose="02020603050405020304" pitchFamily="18" charset="0"/>
              </a:rPr>
              <a:t>You are given with the Employee schema; the task is to find the highest score for each respective department.</a:t>
            </a:r>
            <a:endParaRPr lang="en-IN" b="0" dirty="0">
              <a:effectLst/>
            </a:endParaRPr>
          </a:p>
          <a:p>
            <a:pPr rtl="0">
              <a:spcAft>
                <a:spcPts val="800"/>
              </a:spcAft>
              <a:buNone/>
            </a:pPr>
            <a:r>
              <a:rPr lang="en-IN" sz="1800" b="0" i="0" u="none" strike="noStrike" dirty="0">
                <a:solidFill>
                  <a:srgbClr val="000000"/>
                </a:solidFill>
                <a:effectLst/>
                <a:latin typeface="Times New Roman" panose="02020603050405020304" pitchFamily="18" charset="0"/>
              </a:rPr>
              <a:t>For </a:t>
            </a:r>
            <a:r>
              <a:rPr lang="en-IN" sz="1800" b="0" i="0" u="none" strike="noStrike" dirty="0" err="1">
                <a:solidFill>
                  <a:srgbClr val="000000"/>
                </a:solidFill>
                <a:effectLst/>
                <a:latin typeface="Times New Roman" panose="02020603050405020304" pitchFamily="18" charset="0"/>
              </a:rPr>
              <a:t>eg</a:t>
            </a:r>
            <a:r>
              <a:rPr lang="en-IN" sz="1800" b="0" i="0" u="none" strike="noStrike" dirty="0">
                <a:solidFill>
                  <a:srgbClr val="000000"/>
                </a:solidFill>
                <a:effectLst/>
                <a:latin typeface="Times New Roman" panose="02020603050405020304" pitchFamily="18" charset="0"/>
              </a:rPr>
              <a:t>: department D1 have the highest score as 5.28. Hence in the output, final updated score for D1 should be 5.28.</a:t>
            </a:r>
            <a:br>
              <a:rPr lang="en-IN" sz="1800" b="0" i="0" u="none" strike="noStrike" dirty="0">
                <a:solidFill>
                  <a:srgbClr val="000000"/>
                </a:solidFill>
                <a:effectLst/>
                <a:latin typeface="Times New Roman" panose="02020603050405020304" pitchFamily="18" charset="0"/>
              </a:rPr>
            </a:br>
            <a:r>
              <a:rPr lang="en-IN" sz="1800" b="0" i="0" u="none" strike="noStrike" dirty="0">
                <a:solidFill>
                  <a:srgbClr val="000000"/>
                </a:solidFill>
                <a:effectLst/>
                <a:latin typeface="Times New Roman" panose="02020603050405020304" pitchFamily="18" charset="0"/>
              </a:rPr>
              <a:t>Same with the other departments i.e., D2, D3 and D4.</a:t>
            </a:r>
            <a:endParaRPr lang="en-IN" b="0" dirty="0">
              <a:effectLst/>
            </a:endParaRPr>
          </a:p>
          <a:p>
            <a:pPr>
              <a:buNone/>
            </a:pPr>
            <a:br>
              <a:rPr lang="en-IN" dirty="0"/>
            </a:br>
            <a:endParaRPr lang="en-IN" dirty="0"/>
          </a:p>
        </p:txBody>
      </p:sp>
      <p:sp>
        <p:nvSpPr>
          <p:cNvPr id="3" name="Rectangle 2">
            <a:extLst>
              <a:ext uri="{FF2B5EF4-FFF2-40B4-BE49-F238E27FC236}">
                <a16:creationId xmlns:a16="http://schemas.microsoft.com/office/drawing/2014/main" id="{41B57144-9930-6430-A8B1-E5B1F44982C1}"/>
              </a:ext>
            </a:extLst>
          </p:cNvPr>
          <p:cNvSpPr/>
          <p:nvPr/>
        </p:nvSpPr>
        <p:spPr>
          <a:xfrm>
            <a:off x="9986985" y="528337"/>
            <a:ext cx="2205015" cy="630942"/>
          </a:xfrm>
          <a:prstGeom prst="rect">
            <a:avLst/>
          </a:prstGeom>
          <a:noFill/>
        </p:spPr>
        <p:txBody>
          <a:bodyPr wrap="square" lIns="91440" tIns="45720" rIns="91440" bIns="45720">
            <a:spAutoFit/>
          </a:bodyPr>
          <a:lstStyle/>
          <a:p>
            <a:pPr algn="ctr"/>
            <a:r>
              <a:rPr lang="en-US" sz="35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Easy</a:t>
            </a:r>
          </a:p>
        </p:txBody>
      </p:sp>
    </p:spTree>
    <p:extLst>
      <p:ext uri="{BB962C8B-B14F-4D97-AF65-F5344CB8AC3E}">
        <p14:creationId xmlns:p14="http://schemas.microsoft.com/office/powerpoint/2010/main" val="2184003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E337-149F-A543-C6F8-1B787A40B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9C89E-53D2-633C-1ABE-AA23E909540D}"/>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graphicFrame>
        <p:nvGraphicFramePr>
          <p:cNvPr id="3" name="Table 2">
            <a:extLst>
              <a:ext uri="{FF2B5EF4-FFF2-40B4-BE49-F238E27FC236}">
                <a16:creationId xmlns:a16="http://schemas.microsoft.com/office/drawing/2014/main" id="{AD334BA4-C7F2-5EB4-CF3A-1175AE3F2052}"/>
              </a:ext>
            </a:extLst>
          </p:cNvPr>
          <p:cNvGraphicFramePr>
            <a:graphicFrameLocks noGrp="1"/>
          </p:cNvGraphicFramePr>
          <p:nvPr>
            <p:extLst>
              <p:ext uri="{D42A27DB-BD31-4B8C-83A1-F6EECF244321}">
                <p14:modId xmlns:p14="http://schemas.microsoft.com/office/powerpoint/2010/main" val="1217476798"/>
              </p:ext>
            </p:extLst>
          </p:nvPr>
        </p:nvGraphicFramePr>
        <p:xfrm>
          <a:off x="1392656" y="2356978"/>
          <a:ext cx="3086100" cy="2743200"/>
        </p:xfrm>
        <a:graphic>
          <a:graphicData uri="http://schemas.openxmlformats.org/drawingml/2006/table">
            <a:tbl>
              <a:tblPr/>
              <a:tblGrid>
                <a:gridCol w="1028700">
                  <a:extLst>
                    <a:ext uri="{9D8B030D-6E8A-4147-A177-3AD203B41FA5}">
                      <a16:colId xmlns:a16="http://schemas.microsoft.com/office/drawing/2014/main" val="2123172208"/>
                    </a:ext>
                  </a:extLst>
                </a:gridCol>
                <a:gridCol w="1028700">
                  <a:extLst>
                    <a:ext uri="{9D8B030D-6E8A-4147-A177-3AD203B41FA5}">
                      <a16:colId xmlns:a16="http://schemas.microsoft.com/office/drawing/2014/main" val="1569768339"/>
                    </a:ext>
                  </a:extLst>
                </a:gridCol>
                <a:gridCol w="1028700">
                  <a:extLst>
                    <a:ext uri="{9D8B030D-6E8A-4147-A177-3AD203B41FA5}">
                      <a16:colId xmlns:a16="http://schemas.microsoft.com/office/drawing/2014/main" val="3071838659"/>
                    </a:ext>
                  </a:extLst>
                </a:gridCol>
              </a:tblGrid>
              <a:tr h="238125">
                <a:tc>
                  <a:txBody>
                    <a:bodyPr/>
                    <a:lstStyle/>
                    <a:p>
                      <a:pPr rtl="0" fontAlgn="t">
                        <a:buNone/>
                      </a:pPr>
                      <a:r>
                        <a:rPr lang="en-IN" sz="1400" b="0" i="0" u="none" strike="noStrike">
                          <a:solidFill>
                            <a:srgbClr val="000000"/>
                          </a:solidFill>
                          <a:effectLst/>
                          <a:latin typeface="Times New Roman" panose="02020603050405020304" pitchFamily="18" charset="0"/>
                        </a:rPr>
                        <a:t>EID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DEPT</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SCORES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8171123"/>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5.28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1700417"/>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5.28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5422806"/>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5.28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250194"/>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1826304"/>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5.28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945820"/>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6293565"/>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7</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9</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6792024"/>
                  </a:ext>
                </a:extLst>
              </a:tr>
              <a:tr h="238125">
                <a:tc>
                  <a:txBody>
                    <a:bodyPr/>
                    <a:lstStyle/>
                    <a:p>
                      <a:pPr rtl="0" fontAlgn="t">
                        <a:buNone/>
                      </a:pPr>
                      <a:r>
                        <a:rPr lang="en-IN" sz="1400" b="0" i="0" u="none" strike="noStrike">
                          <a:solidFill>
                            <a:srgbClr val="000000"/>
                          </a:solidFill>
                          <a:effectLst/>
                          <a:latin typeface="Times New Roman" panose="02020603050405020304" pitchFamily="18" charset="0"/>
                        </a:rPr>
                        <a:t>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Times New Roman" panose="02020603050405020304" pitchFamily="18" charset="0"/>
                        </a:rPr>
                        <a:t>10.2</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9891133"/>
                  </a:ext>
                </a:extLst>
              </a:tr>
            </a:tbl>
          </a:graphicData>
        </a:graphic>
      </p:graphicFrame>
      <p:sp>
        <p:nvSpPr>
          <p:cNvPr id="7" name="TextBox 6">
            <a:extLst>
              <a:ext uri="{FF2B5EF4-FFF2-40B4-BE49-F238E27FC236}">
                <a16:creationId xmlns:a16="http://schemas.microsoft.com/office/drawing/2014/main" id="{CDDED8A5-2BFC-A3B9-67B0-C0647BB3AE59}"/>
              </a:ext>
            </a:extLst>
          </p:cNvPr>
          <p:cNvSpPr txBox="1"/>
          <p:nvPr/>
        </p:nvSpPr>
        <p:spPr>
          <a:xfrm>
            <a:off x="1251284" y="1637673"/>
            <a:ext cx="6096000" cy="369332"/>
          </a:xfrm>
          <a:prstGeom prst="rect">
            <a:avLst/>
          </a:prstGeom>
          <a:noFill/>
        </p:spPr>
        <p:txBody>
          <a:bodyPr wrap="square">
            <a:spAutoFit/>
          </a:bodyPr>
          <a:lstStyle/>
          <a:p>
            <a:pPr rtl="0">
              <a:spcAft>
                <a:spcPts val="800"/>
              </a:spcAft>
              <a:buNone/>
            </a:pPr>
            <a:r>
              <a:rPr lang="en-IN" sz="1800" b="0" i="0" u="none" strike="noStrike" dirty="0">
                <a:solidFill>
                  <a:srgbClr val="000000"/>
                </a:solidFill>
                <a:effectLst/>
                <a:latin typeface="Times New Roman" panose="02020603050405020304" pitchFamily="18" charset="0"/>
              </a:rPr>
              <a:t>OUTPUT:</a:t>
            </a:r>
            <a:endParaRPr lang="en-IN" b="0" dirty="0">
              <a:effectLst/>
            </a:endParaRPr>
          </a:p>
        </p:txBody>
      </p:sp>
    </p:spTree>
    <p:extLst>
      <p:ext uri="{BB962C8B-B14F-4D97-AF65-F5344CB8AC3E}">
        <p14:creationId xmlns:p14="http://schemas.microsoft.com/office/powerpoint/2010/main" val="3714926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38C1D-13AD-4870-EAC6-1F17297CF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9A2CF-DE7E-5143-5FDE-55D42BA3CF3B}"/>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sp>
        <p:nvSpPr>
          <p:cNvPr id="4" name="TextBox 3">
            <a:extLst>
              <a:ext uri="{FF2B5EF4-FFF2-40B4-BE49-F238E27FC236}">
                <a16:creationId xmlns:a16="http://schemas.microsoft.com/office/drawing/2014/main" id="{3564A063-56ED-06F3-5EE0-5681EE208E2A}"/>
              </a:ext>
            </a:extLst>
          </p:cNvPr>
          <p:cNvSpPr txBox="1"/>
          <p:nvPr/>
        </p:nvSpPr>
        <p:spPr>
          <a:xfrm>
            <a:off x="838200" y="1469489"/>
            <a:ext cx="10102516" cy="1856919"/>
          </a:xfrm>
          <a:prstGeom prst="rect">
            <a:avLst/>
          </a:prstGeom>
          <a:noFill/>
        </p:spPr>
        <p:txBody>
          <a:bodyPr wrap="square">
            <a:spAutoFit/>
          </a:bodyPr>
          <a:lstStyle/>
          <a:p>
            <a:pPr rtl="0">
              <a:spcAft>
                <a:spcPts val="800"/>
              </a:spcAft>
              <a:buNone/>
            </a:pPr>
            <a:r>
              <a:rPr lang="en-IN" sz="1800" b="1" i="0" u="none" strike="noStrike" dirty="0">
                <a:solidFill>
                  <a:srgbClr val="000000"/>
                </a:solidFill>
                <a:effectLst/>
                <a:latin typeface="Times New Roman" panose="02020603050405020304" pitchFamily="18" charset="0"/>
              </a:rPr>
              <a:t>(C): SALES ANALYSIS PART 1</a:t>
            </a:r>
            <a:endParaRPr lang="en-IN" b="0" dirty="0">
              <a:effectLst/>
            </a:endParaRPr>
          </a:p>
          <a:p>
            <a:pPr>
              <a:spcAft>
                <a:spcPts val="800"/>
              </a:spcAft>
            </a:pPr>
            <a:r>
              <a:rPr lang="en-IN" dirty="0"/>
              <a:t>A company maintains records of products sold by different salespersons. The management wants to prepare a sales performance report by identifying the salesperson(s) who generated the highest overall sales revenue. If multiple salespersons have the same highest total sales amount, all of them must be included in the final report. Return the seller ID(s) satisfying this condition.</a:t>
            </a:r>
            <a:br>
              <a:rPr lang="en-IN" dirty="0"/>
            </a:br>
            <a:endParaRPr lang="en-IN" dirty="0"/>
          </a:p>
        </p:txBody>
      </p:sp>
      <p:sp>
        <p:nvSpPr>
          <p:cNvPr id="5" name="Rectangle 4">
            <a:extLst>
              <a:ext uri="{FF2B5EF4-FFF2-40B4-BE49-F238E27FC236}">
                <a16:creationId xmlns:a16="http://schemas.microsoft.com/office/drawing/2014/main" id="{876FCBBE-D68B-6B3F-BA0B-96C219D5B1E9}"/>
              </a:ext>
            </a:extLst>
          </p:cNvPr>
          <p:cNvSpPr/>
          <p:nvPr/>
        </p:nvSpPr>
        <p:spPr>
          <a:xfrm>
            <a:off x="9259074" y="690054"/>
            <a:ext cx="2205015" cy="630942"/>
          </a:xfrm>
          <a:prstGeom prst="rect">
            <a:avLst/>
          </a:prstGeom>
          <a:noFill/>
        </p:spPr>
        <p:txBody>
          <a:bodyPr wrap="square" lIns="91440" tIns="45720" rIns="91440" bIns="45720">
            <a:spAutoFit/>
          </a:bodyPr>
          <a:lstStyle/>
          <a:p>
            <a:pPr algn="ctr"/>
            <a:r>
              <a:rPr lang="en-US" sz="35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Medium</a:t>
            </a:r>
          </a:p>
        </p:txBody>
      </p:sp>
    </p:spTree>
    <p:extLst>
      <p:ext uri="{BB962C8B-B14F-4D97-AF65-F5344CB8AC3E}">
        <p14:creationId xmlns:p14="http://schemas.microsoft.com/office/powerpoint/2010/main" val="1636213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84110-9832-9C94-6087-BA8B53CB8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CB1FC-4398-FC75-88D0-64E07541C562}"/>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graphicFrame>
        <p:nvGraphicFramePr>
          <p:cNvPr id="5" name="Table 4">
            <a:extLst>
              <a:ext uri="{FF2B5EF4-FFF2-40B4-BE49-F238E27FC236}">
                <a16:creationId xmlns:a16="http://schemas.microsoft.com/office/drawing/2014/main" id="{2A3EA326-56BB-2F41-4465-D62522BCDF83}"/>
              </a:ext>
            </a:extLst>
          </p:cNvPr>
          <p:cNvGraphicFramePr>
            <a:graphicFrameLocks noGrp="1"/>
          </p:cNvGraphicFramePr>
          <p:nvPr>
            <p:extLst>
              <p:ext uri="{D42A27DB-BD31-4B8C-83A1-F6EECF244321}">
                <p14:modId xmlns:p14="http://schemas.microsoft.com/office/powerpoint/2010/main" val="3779678952"/>
              </p:ext>
            </p:extLst>
          </p:nvPr>
        </p:nvGraphicFramePr>
        <p:xfrm>
          <a:off x="597337" y="1807487"/>
          <a:ext cx="2709333"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07637321"/>
                    </a:ext>
                  </a:extLst>
                </a:gridCol>
              </a:tblGrid>
              <a:tr h="370840">
                <a:tc>
                  <a:txBody>
                    <a:bodyPr/>
                    <a:lstStyle/>
                    <a:p>
                      <a:pPr algn="ctr">
                        <a:buNone/>
                      </a:pPr>
                      <a:r>
                        <a:rPr lang="en-IN" dirty="0" err="1"/>
                        <a:t>seller_id</a:t>
                      </a:r>
                      <a:endParaRPr lang="en-IN" dirty="0"/>
                    </a:p>
                  </a:txBody>
                  <a:tcPr anchor="ctr"/>
                </a:tc>
                <a:extLst>
                  <a:ext uri="{0D108BD9-81ED-4DB2-BD59-A6C34878D82A}">
                    <a16:rowId xmlns:a16="http://schemas.microsoft.com/office/drawing/2014/main" val="3290904208"/>
                  </a:ext>
                </a:extLst>
              </a:tr>
              <a:tr h="370840">
                <a:tc>
                  <a:txBody>
                    <a:bodyPr/>
                    <a:lstStyle/>
                    <a:p>
                      <a:pPr algn="ctr">
                        <a:buNone/>
                      </a:pPr>
                      <a:r>
                        <a:rPr lang="en-IN" dirty="0"/>
                        <a:t>3</a:t>
                      </a:r>
                    </a:p>
                  </a:txBody>
                  <a:tcPr anchor="ctr"/>
                </a:tc>
                <a:extLst>
                  <a:ext uri="{0D108BD9-81ED-4DB2-BD59-A6C34878D82A}">
                    <a16:rowId xmlns:a16="http://schemas.microsoft.com/office/drawing/2014/main" val="3476409843"/>
                  </a:ext>
                </a:extLst>
              </a:tr>
            </a:tbl>
          </a:graphicData>
        </a:graphic>
      </p:graphicFrame>
      <p:sp>
        <p:nvSpPr>
          <p:cNvPr id="6" name="TextBox 5">
            <a:extLst>
              <a:ext uri="{FF2B5EF4-FFF2-40B4-BE49-F238E27FC236}">
                <a16:creationId xmlns:a16="http://schemas.microsoft.com/office/drawing/2014/main" id="{76A3C877-6183-DBFE-798E-89B98936FB19}"/>
              </a:ext>
            </a:extLst>
          </p:cNvPr>
          <p:cNvSpPr txBox="1"/>
          <p:nvPr/>
        </p:nvSpPr>
        <p:spPr>
          <a:xfrm>
            <a:off x="630621" y="1213945"/>
            <a:ext cx="3515710" cy="369332"/>
          </a:xfrm>
          <a:prstGeom prst="rect">
            <a:avLst/>
          </a:prstGeom>
          <a:noFill/>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2133673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9C55-A33D-ED75-2534-A27502050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FC302-E20C-DE8F-70A3-ECFCA3299BD6}"/>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sp>
        <p:nvSpPr>
          <p:cNvPr id="5" name="TextBox 4">
            <a:extLst>
              <a:ext uri="{FF2B5EF4-FFF2-40B4-BE49-F238E27FC236}">
                <a16:creationId xmlns:a16="http://schemas.microsoft.com/office/drawing/2014/main" id="{89144D6E-3394-2D4E-5E00-6FE40FC239B0}"/>
              </a:ext>
            </a:extLst>
          </p:cNvPr>
          <p:cNvSpPr txBox="1"/>
          <p:nvPr/>
        </p:nvSpPr>
        <p:spPr>
          <a:xfrm>
            <a:off x="838200" y="1014984"/>
            <a:ext cx="10295021" cy="2185214"/>
          </a:xfrm>
          <a:prstGeom prst="rect">
            <a:avLst/>
          </a:prstGeom>
          <a:noFill/>
        </p:spPr>
        <p:txBody>
          <a:bodyPr wrap="square">
            <a:spAutoFit/>
          </a:bodyPr>
          <a:lstStyle/>
          <a:p>
            <a:r>
              <a:rPr lang="en-IN" sz="1800" b="1" i="0" u="none" strike="noStrike" dirty="0">
                <a:solidFill>
                  <a:srgbClr val="000000"/>
                </a:solidFill>
                <a:effectLst/>
                <a:latin typeface="Times New Roman" panose="02020603050405020304" pitchFamily="18" charset="0"/>
              </a:rPr>
              <a:t>(B):</a:t>
            </a:r>
            <a:br>
              <a:rPr lang="en-IN" sz="1800" b="1" i="0" u="none" strike="noStrike" dirty="0">
                <a:solidFill>
                  <a:srgbClr val="000000"/>
                </a:solidFill>
                <a:effectLst/>
                <a:latin typeface="Times New Roman" panose="02020603050405020304" pitchFamily="18" charset="0"/>
              </a:rPr>
            </a:br>
            <a:br>
              <a:rPr lang="en-IN" sz="1800" b="1" i="0" u="none" strike="noStrike" dirty="0">
                <a:solidFill>
                  <a:srgbClr val="000000"/>
                </a:solidFill>
                <a:effectLst/>
                <a:latin typeface="Times New Roman" panose="02020603050405020304" pitchFamily="18" charset="0"/>
              </a:rPr>
            </a:br>
            <a:r>
              <a:rPr lang="en-IN" sz="2000" dirty="0"/>
              <a:t>A company maintains employee salary records for different departments. The management wants to prepare a report containing employees whose salaries fall among the </a:t>
            </a:r>
            <a:r>
              <a:rPr lang="en-IN" sz="2000" b="1" dirty="0"/>
              <a:t>top three highest distinct salary values</a:t>
            </a:r>
            <a:r>
              <a:rPr lang="en-IN" sz="2000" dirty="0"/>
              <a:t> within their respective departments. If multiple employees receive the same qualifying salary, all such employees must be included in the final report. Display the department name, employee name, and salary for every qualifying employee.</a:t>
            </a:r>
          </a:p>
        </p:txBody>
      </p:sp>
      <p:sp>
        <p:nvSpPr>
          <p:cNvPr id="4" name="Rectangle 3">
            <a:extLst>
              <a:ext uri="{FF2B5EF4-FFF2-40B4-BE49-F238E27FC236}">
                <a16:creationId xmlns:a16="http://schemas.microsoft.com/office/drawing/2014/main" id="{B46EAFB2-E305-0E89-8AE6-DB83B6E2B929}"/>
              </a:ext>
            </a:extLst>
          </p:cNvPr>
          <p:cNvSpPr/>
          <p:nvPr/>
        </p:nvSpPr>
        <p:spPr>
          <a:xfrm>
            <a:off x="9259074" y="690054"/>
            <a:ext cx="2205015" cy="630942"/>
          </a:xfrm>
          <a:prstGeom prst="rect">
            <a:avLst/>
          </a:prstGeom>
          <a:noFill/>
        </p:spPr>
        <p:txBody>
          <a:bodyPr wrap="square" lIns="91440" tIns="45720" rIns="91440" bIns="45720">
            <a:spAutoFit/>
          </a:bodyPr>
          <a:lstStyle/>
          <a:p>
            <a:pPr algn="ctr"/>
            <a:r>
              <a:rPr lang="en-US" sz="35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Hard</a:t>
            </a:r>
          </a:p>
        </p:txBody>
      </p:sp>
    </p:spTree>
    <p:extLst>
      <p:ext uri="{BB962C8B-B14F-4D97-AF65-F5344CB8AC3E}">
        <p14:creationId xmlns:p14="http://schemas.microsoft.com/office/powerpoint/2010/main" val="228132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8B887-2F48-9C5F-0C26-DEB4A30DF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F4D88-A6DF-3FC6-BDC5-EEC5430FAC26}"/>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graphicFrame>
        <p:nvGraphicFramePr>
          <p:cNvPr id="3" name="Table 2">
            <a:extLst>
              <a:ext uri="{FF2B5EF4-FFF2-40B4-BE49-F238E27FC236}">
                <a16:creationId xmlns:a16="http://schemas.microsoft.com/office/drawing/2014/main" id="{86B2E958-D75F-1BBB-8F48-F8AEA0F46E4F}"/>
              </a:ext>
            </a:extLst>
          </p:cNvPr>
          <p:cNvGraphicFramePr>
            <a:graphicFrameLocks noGrp="1"/>
          </p:cNvGraphicFramePr>
          <p:nvPr>
            <p:extLst>
              <p:ext uri="{D42A27DB-BD31-4B8C-83A1-F6EECF244321}">
                <p14:modId xmlns:p14="http://schemas.microsoft.com/office/powerpoint/2010/main" val="2725603312"/>
              </p:ext>
            </p:extLst>
          </p:nvPr>
        </p:nvGraphicFramePr>
        <p:xfrm>
          <a:off x="502744" y="1523229"/>
          <a:ext cx="5058040" cy="2392680"/>
        </p:xfrm>
        <a:graphic>
          <a:graphicData uri="http://schemas.openxmlformats.org/drawingml/2006/table">
            <a:tbl>
              <a:tblPr firstRow="1" bandRow="1">
                <a:tableStyleId>{5C22544A-7EE6-4342-B048-85BDC9FD1C3A}</a:tableStyleId>
              </a:tblPr>
              <a:tblGrid>
                <a:gridCol w="1264510">
                  <a:extLst>
                    <a:ext uri="{9D8B030D-6E8A-4147-A177-3AD203B41FA5}">
                      <a16:colId xmlns:a16="http://schemas.microsoft.com/office/drawing/2014/main" val="658906876"/>
                    </a:ext>
                  </a:extLst>
                </a:gridCol>
                <a:gridCol w="1264510">
                  <a:extLst>
                    <a:ext uri="{9D8B030D-6E8A-4147-A177-3AD203B41FA5}">
                      <a16:colId xmlns:a16="http://schemas.microsoft.com/office/drawing/2014/main" val="438282405"/>
                    </a:ext>
                  </a:extLst>
                </a:gridCol>
                <a:gridCol w="1264510">
                  <a:extLst>
                    <a:ext uri="{9D8B030D-6E8A-4147-A177-3AD203B41FA5}">
                      <a16:colId xmlns:a16="http://schemas.microsoft.com/office/drawing/2014/main" val="1245522162"/>
                    </a:ext>
                  </a:extLst>
                </a:gridCol>
                <a:gridCol w="1264510">
                  <a:extLst>
                    <a:ext uri="{9D8B030D-6E8A-4147-A177-3AD203B41FA5}">
                      <a16:colId xmlns:a16="http://schemas.microsoft.com/office/drawing/2014/main" val="516780115"/>
                    </a:ext>
                  </a:extLst>
                </a:gridCol>
              </a:tblGrid>
              <a:tr h="370840">
                <a:tc>
                  <a:txBody>
                    <a:bodyPr/>
                    <a:lstStyle/>
                    <a:p>
                      <a:pPr>
                        <a:buNone/>
                      </a:pPr>
                      <a:r>
                        <a:rPr lang="en-IN" dirty="0" err="1"/>
                        <a:t>seller_id</a:t>
                      </a:r>
                      <a:endParaRPr lang="en-IN" dirty="0"/>
                    </a:p>
                  </a:txBody>
                  <a:tcPr anchor="ctr"/>
                </a:tc>
                <a:tc>
                  <a:txBody>
                    <a:bodyPr/>
                    <a:lstStyle/>
                    <a:p>
                      <a:pPr>
                        <a:buNone/>
                      </a:pPr>
                      <a:r>
                        <a:rPr lang="en-IN"/>
                        <a:t>name</a:t>
                      </a:r>
                    </a:p>
                  </a:txBody>
                  <a:tcPr anchor="ctr"/>
                </a:tc>
                <a:tc>
                  <a:txBody>
                    <a:bodyPr/>
                    <a:lstStyle/>
                    <a:p>
                      <a:pPr>
                        <a:buNone/>
                      </a:pPr>
                      <a:r>
                        <a:rPr lang="en-IN"/>
                        <a:t>city</a:t>
                      </a:r>
                    </a:p>
                  </a:txBody>
                  <a:tcPr anchor="ctr"/>
                </a:tc>
                <a:tc>
                  <a:txBody>
                    <a:bodyPr/>
                    <a:lstStyle/>
                    <a:p>
                      <a:pPr>
                        <a:buNone/>
                      </a:pPr>
                      <a:r>
                        <a:rPr lang="en-IN"/>
                        <a:t>commission</a:t>
                      </a:r>
                    </a:p>
                  </a:txBody>
                  <a:tcPr anchor="ctr"/>
                </a:tc>
                <a:extLst>
                  <a:ext uri="{0D108BD9-81ED-4DB2-BD59-A6C34878D82A}">
                    <a16:rowId xmlns:a16="http://schemas.microsoft.com/office/drawing/2014/main" val="178983267"/>
                  </a:ext>
                </a:extLst>
              </a:tr>
              <a:tr h="370840">
                <a:tc>
                  <a:txBody>
                    <a:bodyPr/>
                    <a:lstStyle/>
                    <a:p>
                      <a:pPr>
                        <a:buNone/>
                      </a:pPr>
                      <a:r>
                        <a:rPr lang="en-IN"/>
                        <a:t>1</a:t>
                      </a:r>
                    </a:p>
                  </a:txBody>
                  <a:tcPr anchor="ctr"/>
                </a:tc>
                <a:tc>
                  <a:txBody>
                    <a:bodyPr/>
                    <a:lstStyle/>
                    <a:p>
                      <a:pPr>
                        <a:buNone/>
                      </a:pPr>
                      <a:r>
                        <a:rPr lang="en-IN"/>
                        <a:t>John</a:t>
                      </a:r>
                    </a:p>
                  </a:txBody>
                  <a:tcPr anchor="ctr"/>
                </a:tc>
                <a:tc>
                  <a:txBody>
                    <a:bodyPr/>
                    <a:lstStyle/>
                    <a:p>
                      <a:pPr>
                        <a:buNone/>
                      </a:pPr>
                      <a:r>
                        <a:rPr lang="en-IN" dirty="0"/>
                        <a:t>New York</a:t>
                      </a:r>
                    </a:p>
                  </a:txBody>
                  <a:tcPr anchor="ctr"/>
                </a:tc>
                <a:tc>
                  <a:txBody>
                    <a:bodyPr/>
                    <a:lstStyle/>
                    <a:p>
                      <a:pPr>
                        <a:buNone/>
                      </a:pPr>
                      <a:r>
                        <a:rPr lang="en-IN"/>
                        <a:t>15</a:t>
                      </a:r>
                    </a:p>
                  </a:txBody>
                  <a:tcPr anchor="ctr"/>
                </a:tc>
                <a:extLst>
                  <a:ext uri="{0D108BD9-81ED-4DB2-BD59-A6C34878D82A}">
                    <a16:rowId xmlns:a16="http://schemas.microsoft.com/office/drawing/2014/main" val="1299730411"/>
                  </a:ext>
                </a:extLst>
              </a:tr>
              <a:tr h="370840">
                <a:tc>
                  <a:txBody>
                    <a:bodyPr/>
                    <a:lstStyle/>
                    <a:p>
                      <a:pPr>
                        <a:buNone/>
                      </a:pPr>
                      <a:r>
                        <a:rPr lang="en-IN"/>
                        <a:t>2</a:t>
                      </a:r>
                    </a:p>
                  </a:txBody>
                  <a:tcPr anchor="ctr"/>
                </a:tc>
                <a:tc>
                  <a:txBody>
                    <a:bodyPr/>
                    <a:lstStyle/>
                    <a:p>
                      <a:pPr>
                        <a:buNone/>
                      </a:pPr>
                      <a:r>
                        <a:rPr lang="en-IN"/>
                        <a:t>Amy</a:t>
                      </a:r>
                    </a:p>
                  </a:txBody>
                  <a:tcPr anchor="ctr"/>
                </a:tc>
                <a:tc>
                  <a:txBody>
                    <a:bodyPr/>
                    <a:lstStyle/>
                    <a:p>
                      <a:pPr>
                        <a:buNone/>
                      </a:pPr>
                      <a:r>
                        <a:rPr lang="en-IN"/>
                        <a:t>Los Angeles</a:t>
                      </a:r>
                    </a:p>
                  </a:txBody>
                  <a:tcPr anchor="ctr"/>
                </a:tc>
                <a:tc>
                  <a:txBody>
                    <a:bodyPr/>
                    <a:lstStyle/>
                    <a:p>
                      <a:pPr>
                        <a:buNone/>
                      </a:pPr>
                      <a:r>
                        <a:rPr lang="en-IN"/>
                        <a:t>13</a:t>
                      </a:r>
                    </a:p>
                  </a:txBody>
                  <a:tcPr anchor="ctr"/>
                </a:tc>
                <a:extLst>
                  <a:ext uri="{0D108BD9-81ED-4DB2-BD59-A6C34878D82A}">
                    <a16:rowId xmlns:a16="http://schemas.microsoft.com/office/drawing/2014/main" val="3534135006"/>
                  </a:ext>
                </a:extLst>
              </a:tr>
              <a:tr h="370840">
                <a:tc>
                  <a:txBody>
                    <a:bodyPr/>
                    <a:lstStyle/>
                    <a:p>
                      <a:pPr>
                        <a:buNone/>
                      </a:pPr>
                      <a:r>
                        <a:rPr lang="en-IN"/>
                        <a:t>3</a:t>
                      </a:r>
                    </a:p>
                  </a:txBody>
                  <a:tcPr anchor="ctr"/>
                </a:tc>
                <a:tc>
                  <a:txBody>
                    <a:bodyPr/>
                    <a:lstStyle/>
                    <a:p>
                      <a:pPr>
                        <a:buNone/>
                      </a:pPr>
                      <a:r>
                        <a:rPr lang="en-IN"/>
                        <a:t>Mark</a:t>
                      </a:r>
                    </a:p>
                  </a:txBody>
                  <a:tcPr anchor="ctr"/>
                </a:tc>
                <a:tc>
                  <a:txBody>
                    <a:bodyPr/>
                    <a:lstStyle/>
                    <a:p>
                      <a:pPr>
                        <a:buNone/>
                      </a:pPr>
                      <a:r>
                        <a:rPr lang="en-IN"/>
                        <a:t>Chicago</a:t>
                      </a:r>
                    </a:p>
                  </a:txBody>
                  <a:tcPr anchor="ctr"/>
                </a:tc>
                <a:tc>
                  <a:txBody>
                    <a:bodyPr/>
                    <a:lstStyle/>
                    <a:p>
                      <a:pPr>
                        <a:buNone/>
                      </a:pPr>
                      <a:r>
                        <a:rPr lang="en-IN"/>
                        <a:t>12</a:t>
                      </a:r>
                    </a:p>
                  </a:txBody>
                  <a:tcPr anchor="ctr"/>
                </a:tc>
                <a:extLst>
                  <a:ext uri="{0D108BD9-81ED-4DB2-BD59-A6C34878D82A}">
                    <a16:rowId xmlns:a16="http://schemas.microsoft.com/office/drawing/2014/main" val="2155412465"/>
                  </a:ext>
                </a:extLst>
              </a:tr>
              <a:tr h="370840">
                <a:tc>
                  <a:txBody>
                    <a:bodyPr/>
                    <a:lstStyle/>
                    <a:p>
                      <a:pPr>
                        <a:buNone/>
                      </a:pPr>
                      <a:r>
                        <a:rPr lang="en-IN"/>
                        <a:t>4</a:t>
                      </a:r>
                    </a:p>
                  </a:txBody>
                  <a:tcPr anchor="ctr"/>
                </a:tc>
                <a:tc>
                  <a:txBody>
                    <a:bodyPr/>
                    <a:lstStyle/>
                    <a:p>
                      <a:pPr>
                        <a:buNone/>
                      </a:pPr>
                      <a:r>
                        <a:rPr lang="en-IN" dirty="0"/>
                        <a:t>Pam</a:t>
                      </a:r>
                    </a:p>
                  </a:txBody>
                  <a:tcPr anchor="ctr"/>
                </a:tc>
                <a:tc>
                  <a:txBody>
                    <a:bodyPr/>
                    <a:lstStyle/>
                    <a:p>
                      <a:pPr>
                        <a:buNone/>
                      </a:pPr>
                      <a:r>
                        <a:rPr lang="en-IN"/>
                        <a:t>Boston</a:t>
                      </a:r>
                    </a:p>
                  </a:txBody>
                  <a:tcPr anchor="ctr"/>
                </a:tc>
                <a:tc>
                  <a:txBody>
                    <a:bodyPr/>
                    <a:lstStyle/>
                    <a:p>
                      <a:pPr>
                        <a:buNone/>
                      </a:pPr>
                      <a:r>
                        <a:rPr lang="en-IN" dirty="0"/>
                        <a:t>15</a:t>
                      </a:r>
                    </a:p>
                  </a:txBody>
                  <a:tcPr anchor="ctr"/>
                </a:tc>
                <a:extLst>
                  <a:ext uri="{0D108BD9-81ED-4DB2-BD59-A6C34878D82A}">
                    <a16:rowId xmlns:a16="http://schemas.microsoft.com/office/drawing/2014/main" val="883538373"/>
                  </a:ext>
                </a:extLst>
              </a:tr>
            </a:tbl>
          </a:graphicData>
        </a:graphic>
      </p:graphicFrame>
      <p:graphicFrame>
        <p:nvGraphicFramePr>
          <p:cNvPr id="4" name="Table 3">
            <a:extLst>
              <a:ext uri="{FF2B5EF4-FFF2-40B4-BE49-F238E27FC236}">
                <a16:creationId xmlns:a16="http://schemas.microsoft.com/office/drawing/2014/main" id="{24CD535A-8FC0-B029-23F3-1208346118FC}"/>
              </a:ext>
            </a:extLst>
          </p:cNvPr>
          <p:cNvGraphicFramePr>
            <a:graphicFrameLocks noGrp="1"/>
          </p:cNvGraphicFramePr>
          <p:nvPr>
            <p:extLst>
              <p:ext uri="{D42A27DB-BD31-4B8C-83A1-F6EECF244321}">
                <p14:modId xmlns:p14="http://schemas.microsoft.com/office/powerpoint/2010/main" val="3172942304"/>
              </p:ext>
            </p:extLst>
          </p:nvPr>
        </p:nvGraphicFramePr>
        <p:xfrm>
          <a:off x="502745" y="4804709"/>
          <a:ext cx="4794471" cy="1854200"/>
        </p:xfrm>
        <a:graphic>
          <a:graphicData uri="http://schemas.openxmlformats.org/drawingml/2006/table">
            <a:tbl>
              <a:tblPr firstRow="1" bandRow="1">
                <a:tableStyleId>{5C22544A-7EE6-4342-B048-85BDC9FD1C3A}</a:tableStyleId>
              </a:tblPr>
              <a:tblGrid>
                <a:gridCol w="1598157">
                  <a:extLst>
                    <a:ext uri="{9D8B030D-6E8A-4147-A177-3AD203B41FA5}">
                      <a16:colId xmlns:a16="http://schemas.microsoft.com/office/drawing/2014/main" val="1671687205"/>
                    </a:ext>
                  </a:extLst>
                </a:gridCol>
                <a:gridCol w="1598157">
                  <a:extLst>
                    <a:ext uri="{9D8B030D-6E8A-4147-A177-3AD203B41FA5}">
                      <a16:colId xmlns:a16="http://schemas.microsoft.com/office/drawing/2014/main" val="780373646"/>
                    </a:ext>
                  </a:extLst>
                </a:gridCol>
                <a:gridCol w="1598157">
                  <a:extLst>
                    <a:ext uri="{9D8B030D-6E8A-4147-A177-3AD203B41FA5}">
                      <a16:colId xmlns:a16="http://schemas.microsoft.com/office/drawing/2014/main" val="3232957773"/>
                    </a:ext>
                  </a:extLst>
                </a:gridCol>
              </a:tblGrid>
              <a:tr h="370840">
                <a:tc>
                  <a:txBody>
                    <a:bodyPr/>
                    <a:lstStyle/>
                    <a:p>
                      <a:pPr algn="ctr">
                        <a:buNone/>
                      </a:pPr>
                      <a:r>
                        <a:rPr lang="en-IN" dirty="0" err="1"/>
                        <a:t>com_id</a:t>
                      </a:r>
                      <a:endParaRPr lang="en-IN" dirty="0"/>
                    </a:p>
                  </a:txBody>
                  <a:tcPr anchor="ctr"/>
                </a:tc>
                <a:tc>
                  <a:txBody>
                    <a:bodyPr/>
                    <a:lstStyle/>
                    <a:p>
                      <a:pPr algn="l">
                        <a:buNone/>
                      </a:pPr>
                      <a:r>
                        <a:rPr lang="en-IN"/>
                        <a:t>name</a:t>
                      </a:r>
                    </a:p>
                  </a:txBody>
                  <a:tcPr anchor="ctr"/>
                </a:tc>
                <a:tc>
                  <a:txBody>
                    <a:bodyPr/>
                    <a:lstStyle/>
                    <a:p>
                      <a:pPr algn="l">
                        <a:buNone/>
                      </a:pPr>
                      <a:r>
                        <a:rPr lang="en-IN"/>
                        <a:t>city</a:t>
                      </a:r>
                    </a:p>
                  </a:txBody>
                  <a:tcPr anchor="ctr"/>
                </a:tc>
                <a:extLst>
                  <a:ext uri="{0D108BD9-81ED-4DB2-BD59-A6C34878D82A}">
                    <a16:rowId xmlns:a16="http://schemas.microsoft.com/office/drawing/2014/main" val="2425411743"/>
                  </a:ext>
                </a:extLst>
              </a:tr>
              <a:tr h="370840">
                <a:tc>
                  <a:txBody>
                    <a:bodyPr/>
                    <a:lstStyle/>
                    <a:p>
                      <a:pPr algn="ctr">
                        <a:buNone/>
                      </a:pPr>
                      <a:r>
                        <a:rPr lang="en-IN"/>
                        <a:t>1</a:t>
                      </a:r>
                    </a:p>
                  </a:txBody>
                  <a:tcPr anchor="ctr"/>
                </a:tc>
                <a:tc>
                  <a:txBody>
                    <a:bodyPr/>
                    <a:lstStyle/>
                    <a:p>
                      <a:pPr algn="l">
                        <a:buNone/>
                      </a:pPr>
                      <a:r>
                        <a:rPr lang="en-IN"/>
                        <a:t>RED</a:t>
                      </a:r>
                    </a:p>
                  </a:txBody>
                  <a:tcPr anchor="ctr"/>
                </a:tc>
                <a:tc>
                  <a:txBody>
                    <a:bodyPr/>
                    <a:lstStyle/>
                    <a:p>
                      <a:pPr algn="l">
                        <a:buNone/>
                      </a:pPr>
                      <a:r>
                        <a:rPr lang="en-IN"/>
                        <a:t>Boston</a:t>
                      </a:r>
                    </a:p>
                  </a:txBody>
                  <a:tcPr anchor="ctr"/>
                </a:tc>
                <a:extLst>
                  <a:ext uri="{0D108BD9-81ED-4DB2-BD59-A6C34878D82A}">
                    <a16:rowId xmlns:a16="http://schemas.microsoft.com/office/drawing/2014/main" val="2049685477"/>
                  </a:ext>
                </a:extLst>
              </a:tr>
              <a:tr h="370840">
                <a:tc>
                  <a:txBody>
                    <a:bodyPr/>
                    <a:lstStyle/>
                    <a:p>
                      <a:pPr algn="ctr">
                        <a:buNone/>
                      </a:pPr>
                      <a:r>
                        <a:rPr lang="en-IN"/>
                        <a:t>2</a:t>
                      </a:r>
                    </a:p>
                  </a:txBody>
                  <a:tcPr anchor="ctr"/>
                </a:tc>
                <a:tc>
                  <a:txBody>
                    <a:bodyPr/>
                    <a:lstStyle/>
                    <a:p>
                      <a:pPr algn="l">
                        <a:buNone/>
                      </a:pPr>
                      <a:r>
                        <a:rPr lang="en-IN"/>
                        <a:t>ORANGE</a:t>
                      </a:r>
                    </a:p>
                  </a:txBody>
                  <a:tcPr anchor="ctr"/>
                </a:tc>
                <a:tc>
                  <a:txBody>
                    <a:bodyPr/>
                    <a:lstStyle/>
                    <a:p>
                      <a:pPr algn="l">
                        <a:buNone/>
                      </a:pPr>
                      <a:r>
                        <a:rPr lang="en-IN"/>
                        <a:t>New York</a:t>
                      </a:r>
                    </a:p>
                  </a:txBody>
                  <a:tcPr anchor="ctr"/>
                </a:tc>
                <a:extLst>
                  <a:ext uri="{0D108BD9-81ED-4DB2-BD59-A6C34878D82A}">
                    <a16:rowId xmlns:a16="http://schemas.microsoft.com/office/drawing/2014/main" val="3096852348"/>
                  </a:ext>
                </a:extLst>
              </a:tr>
              <a:tr h="370840">
                <a:tc>
                  <a:txBody>
                    <a:bodyPr/>
                    <a:lstStyle/>
                    <a:p>
                      <a:pPr algn="ctr">
                        <a:buNone/>
                      </a:pPr>
                      <a:r>
                        <a:rPr lang="en-IN"/>
                        <a:t>3</a:t>
                      </a:r>
                    </a:p>
                  </a:txBody>
                  <a:tcPr anchor="ctr"/>
                </a:tc>
                <a:tc>
                  <a:txBody>
                    <a:bodyPr/>
                    <a:lstStyle/>
                    <a:p>
                      <a:pPr algn="l">
                        <a:buNone/>
                      </a:pPr>
                      <a:r>
                        <a:rPr lang="en-IN"/>
                        <a:t>YELLOW</a:t>
                      </a:r>
                    </a:p>
                  </a:txBody>
                  <a:tcPr anchor="ctr"/>
                </a:tc>
                <a:tc>
                  <a:txBody>
                    <a:bodyPr/>
                    <a:lstStyle/>
                    <a:p>
                      <a:pPr algn="l">
                        <a:buNone/>
                      </a:pPr>
                      <a:r>
                        <a:rPr lang="en-IN"/>
                        <a:t>Boston</a:t>
                      </a:r>
                    </a:p>
                  </a:txBody>
                  <a:tcPr anchor="ctr"/>
                </a:tc>
                <a:extLst>
                  <a:ext uri="{0D108BD9-81ED-4DB2-BD59-A6C34878D82A}">
                    <a16:rowId xmlns:a16="http://schemas.microsoft.com/office/drawing/2014/main" val="2984250261"/>
                  </a:ext>
                </a:extLst>
              </a:tr>
              <a:tr h="370840">
                <a:tc>
                  <a:txBody>
                    <a:bodyPr/>
                    <a:lstStyle/>
                    <a:p>
                      <a:pPr algn="ctr">
                        <a:buNone/>
                      </a:pPr>
                      <a:r>
                        <a:rPr lang="en-IN"/>
                        <a:t>4</a:t>
                      </a:r>
                    </a:p>
                  </a:txBody>
                  <a:tcPr anchor="ctr"/>
                </a:tc>
                <a:tc>
                  <a:txBody>
                    <a:bodyPr/>
                    <a:lstStyle/>
                    <a:p>
                      <a:pPr algn="l">
                        <a:buNone/>
                      </a:pPr>
                      <a:r>
                        <a:rPr lang="en-IN"/>
                        <a:t>GREEN</a:t>
                      </a:r>
                    </a:p>
                  </a:txBody>
                  <a:tcPr anchor="ctr"/>
                </a:tc>
                <a:tc>
                  <a:txBody>
                    <a:bodyPr/>
                    <a:lstStyle/>
                    <a:p>
                      <a:pPr algn="l">
                        <a:buNone/>
                      </a:pPr>
                      <a:r>
                        <a:rPr lang="en-IN" dirty="0"/>
                        <a:t>Austin</a:t>
                      </a:r>
                    </a:p>
                  </a:txBody>
                  <a:tcPr anchor="ctr"/>
                </a:tc>
                <a:extLst>
                  <a:ext uri="{0D108BD9-81ED-4DB2-BD59-A6C34878D82A}">
                    <a16:rowId xmlns:a16="http://schemas.microsoft.com/office/drawing/2014/main" val="3446652278"/>
                  </a:ext>
                </a:extLst>
              </a:tr>
            </a:tbl>
          </a:graphicData>
        </a:graphic>
      </p:graphicFrame>
      <p:graphicFrame>
        <p:nvGraphicFramePr>
          <p:cNvPr id="6" name="Table 5">
            <a:extLst>
              <a:ext uri="{FF2B5EF4-FFF2-40B4-BE49-F238E27FC236}">
                <a16:creationId xmlns:a16="http://schemas.microsoft.com/office/drawing/2014/main" id="{52CFB07A-8C14-3A98-EB0E-37164F97FF38}"/>
              </a:ext>
            </a:extLst>
          </p:cNvPr>
          <p:cNvGraphicFramePr>
            <a:graphicFrameLocks noGrp="1"/>
          </p:cNvGraphicFramePr>
          <p:nvPr>
            <p:extLst>
              <p:ext uri="{D42A27DB-BD31-4B8C-83A1-F6EECF244321}">
                <p14:modId xmlns:p14="http://schemas.microsoft.com/office/powerpoint/2010/main" val="2319940124"/>
              </p:ext>
            </p:extLst>
          </p:nvPr>
        </p:nvGraphicFramePr>
        <p:xfrm>
          <a:off x="6631215" y="1945232"/>
          <a:ext cx="4876800" cy="33121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658906876"/>
                    </a:ext>
                  </a:extLst>
                </a:gridCol>
                <a:gridCol w="1625600">
                  <a:extLst>
                    <a:ext uri="{9D8B030D-6E8A-4147-A177-3AD203B41FA5}">
                      <a16:colId xmlns:a16="http://schemas.microsoft.com/office/drawing/2014/main" val="438282405"/>
                    </a:ext>
                  </a:extLst>
                </a:gridCol>
                <a:gridCol w="1625600">
                  <a:extLst>
                    <a:ext uri="{9D8B030D-6E8A-4147-A177-3AD203B41FA5}">
                      <a16:colId xmlns:a16="http://schemas.microsoft.com/office/drawing/2014/main" val="1245522162"/>
                    </a:ext>
                  </a:extLst>
                </a:gridCol>
              </a:tblGrid>
              <a:tr h="0">
                <a:tc>
                  <a:txBody>
                    <a:bodyPr/>
                    <a:lstStyle/>
                    <a:p>
                      <a:pPr>
                        <a:buNone/>
                      </a:pPr>
                      <a:r>
                        <a:rPr lang="en-IN" dirty="0" err="1"/>
                        <a:t>order_id</a:t>
                      </a:r>
                      <a:endParaRPr lang="en-IN" dirty="0"/>
                    </a:p>
                  </a:txBody>
                  <a:tcPr anchor="ctr"/>
                </a:tc>
                <a:tc>
                  <a:txBody>
                    <a:bodyPr/>
                    <a:lstStyle/>
                    <a:p>
                      <a:pPr>
                        <a:buNone/>
                      </a:pPr>
                      <a:r>
                        <a:rPr lang="en-IN"/>
                        <a:t>seller_id</a:t>
                      </a:r>
                    </a:p>
                  </a:txBody>
                  <a:tcPr anchor="ctr"/>
                </a:tc>
                <a:tc>
                  <a:txBody>
                    <a:bodyPr/>
                    <a:lstStyle/>
                    <a:p>
                      <a:pPr>
                        <a:buNone/>
                      </a:pPr>
                      <a:r>
                        <a:rPr lang="en-IN"/>
                        <a:t>amount</a:t>
                      </a:r>
                    </a:p>
                  </a:txBody>
                  <a:tcPr anchor="ctr"/>
                </a:tc>
                <a:extLst>
                  <a:ext uri="{0D108BD9-81ED-4DB2-BD59-A6C34878D82A}">
                    <a16:rowId xmlns:a16="http://schemas.microsoft.com/office/drawing/2014/main" val="178983267"/>
                  </a:ext>
                </a:extLst>
              </a:tr>
              <a:tr h="0">
                <a:tc>
                  <a:txBody>
                    <a:bodyPr/>
                    <a:lstStyle/>
                    <a:p>
                      <a:pPr>
                        <a:buNone/>
                      </a:pPr>
                      <a:r>
                        <a:rPr lang="en-IN"/>
                        <a:t>1</a:t>
                      </a:r>
                    </a:p>
                  </a:txBody>
                  <a:tcPr anchor="ctr"/>
                </a:tc>
                <a:tc>
                  <a:txBody>
                    <a:bodyPr/>
                    <a:lstStyle/>
                    <a:p>
                      <a:pPr>
                        <a:buNone/>
                      </a:pPr>
                      <a:r>
                        <a:rPr lang="en-IN"/>
                        <a:t>1</a:t>
                      </a:r>
                    </a:p>
                  </a:txBody>
                  <a:tcPr anchor="ctr"/>
                </a:tc>
                <a:tc>
                  <a:txBody>
                    <a:bodyPr/>
                    <a:lstStyle/>
                    <a:p>
                      <a:pPr>
                        <a:buNone/>
                      </a:pPr>
                      <a:r>
                        <a:rPr lang="en-IN"/>
                        <a:t>1200</a:t>
                      </a:r>
                    </a:p>
                  </a:txBody>
                  <a:tcPr anchor="ctr"/>
                </a:tc>
                <a:extLst>
                  <a:ext uri="{0D108BD9-81ED-4DB2-BD59-A6C34878D82A}">
                    <a16:rowId xmlns:a16="http://schemas.microsoft.com/office/drawing/2014/main" val="332439316"/>
                  </a:ext>
                </a:extLst>
              </a:tr>
              <a:tr h="0">
                <a:tc>
                  <a:txBody>
                    <a:bodyPr/>
                    <a:lstStyle/>
                    <a:p>
                      <a:pPr>
                        <a:buNone/>
                      </a:pPr>
                      <a:r>
                        <a:rPr lang="en-IN"/>
                        <a:t>2</a:t>
                      </a:r>
                    </a:p>
                  </a:txBody>
                  <a:tcPr anchor="ctr"/>
                </a:tc>
                <a:tc>
                  <a:txBody>
                    <a:bodyPr/>
                    <a:lstStyle/>
                    <a:p>
                      <a:pPr>
                        <a:buNone/>
                      </a:pPr>
                      <a:r>
                        <a:rPr lang="en-IN"/>
                        <a:t>1</a:t>
                      </a:r>
                    </a:p>
                  </a:txBody>
                  <a:tcPr anchor="ctr"/>
                </a:tc>
                <a:tc>
                  <a:txBody>
                    <a:bodyPr/>
                    <a:lstStyle/>
                    <a:p>
                      <a:pPr>
                        <a:buNone/>
                      </a:pPr>
                      <a:r>
                        <a:rPr lang="en-IN"/>
                        <a:t>800</a:t>
                      </a:r>
                    </a:p>
                  </a:txBody>
                  <a:tcPr anchor="ctr"/>
                </a:tc>
                <a:extLst>
                  <a:ext uri="{0D108BD9-81ED-4DB2-BD59-A6C34878D82A}">
                    <a16:rowId xmlns:a16="http://schemas.microsoft.com/office/drawing/2014/main" val="710628883"/>
                  </a:ext>
                </a:extLst>
              </a:tr>
              <a:tr h="0">
                <a:tc>
                  <a:txBody>
                    <a:bodyPr/>
                    <a:lstStyle/>
                    <a:p>
                      <a:pPr>
                        <a:buNone/>
                      </a:pPr>
                      <a:r>
                        <a:rPr lang="en-IN"/>
                        <a:t>3</a:t>
                      </a:r>
                    </a:p>
                  </a:txBody>
                  <a:tcPr anchor="ctr"/>
                </a:tc>
                <a:tc>
                  <a:txBody>
                    <a:bodyPr/>
                    <a:lstStyle/>
                    <a:p>
                      <a:pPr>
                        <a:buNone/>
                      </a:pPr>
                      <a:r>
                        <a:rPr lang="en-IN"/>
                        <a:t>2</a:t>
                      </a:r>
                    </a:p>
                  </a:txBody>
                  <a:tcPr anchor="ctr"/>
                </a:tc>
                <a:tc>
                  <a:txBody>
                    <a:bodyPr/>
                    <a:lstStyle/>
                    <a:p>
                      <a:pPr>
                        <a:buNone/>
                      </a:pPr>
                      <a:r>
                        <a:rPr lang="en-IN"/>
                        <a:t>2500</a:t>
                      </a:r>
                    </a:p>
                  </a:txBody>
                  <a:tcPr anchor="ctr"/>
                </a:tc>
                <a:extLst>
                  <a:ext uri="{0D108BD9-81ED-4DB2-BD59-A6C34878D82A}">
                    <a16:rowId xmlns:a16="http://schemas.microsoft.com/office/drawing/2014/main" val="3180642515"/>
                  </a:ext>
                </a:extLst>
              </a:tr>
              <a:tr h="0">
                <a:tc>
                  <a:txBody>
                    <a:bodyPr/>
                    <a:lstStyle/>
                    <a:p>
                      <a:pPr>
                        <a:buNone/>
                      </a:pPr>
                      <a:r>
                        <a:rPr lang="en-IN"/>
                        <a:t>4</a:t>
                      </a:r>
                    </a:p>
                  </a:txBody>
                  <a:tcPr anchor="ctr"/>
                </a:tc>
                <a:tc>
                  <a:txBody>
                    <a:bodyPr/>
                    <a:lstStyle/>
                    <a:p>
                      <a:pPr>
                        <a:buNone/>
                      </a:pPr>
                      <a:r>
                        <a:rPr lang="en-IN"/>
                        <a:t>3</a:t>
                      </a:r>
                    </a:p>
                  </a:txBody>
                  <a:tcPr anchor="ctr"/>
                </a:tc>
                <a:tc>
                  <a:txBody>
                    <a:bodyPr/>
                    <a:lstStyle/>
                    <a:p>
                      <a:pPr>
                        <a:buNone/>
                      </a:pPr>
                      <a:r>
                        <a:rPr lang="en-IN"/>
                        <a:t>1500</a:t>
                      </a:r>
                    </a:p>
                  </a:txBody>
                  <a:tcPr anchor="ctr"/>
                </a:tc>
                <a:extLst>
                  <a:ext uri="{0D108BD9-81ED-4DB2-BD59-A6C34878D82A}">
                    <a16:rowId xmlns:a16="http://schemas.microsoft.com/office/drawing/2014/main" val="1139519696"/>
                  </a:ext>
                </a:extLst>
              </a:tr>
              <a:tr h="370840">
                <a:tc>
                  <a:txBody>
                    <a:bodyPr/>
                    <a:lstStyle/>
                    <a:p>
                      <a:pPr>
                        <a:buNone/>
                      </a:pPr>
                      <a:r>
                        <a:rPr lang="en-IN"/>
                        <a:t>5</a:t>
                      </a:r>
                    </a:p>
                  </a:txBody>
                  <a:tcPr anchor="ctr"/>
                </a:tc>
                <a:tc>
                  <a:txBody>
                    <a:bodyPr/>
                    <a:lstStyle/>
                    <a:p>
                      <a:pPr>
                        <a:buNone/>
                      </a:pPr>
                      <a:r>
                        <a:rPr lang="en-IN"/>
                        <a:t>2</a:t>
                      </a:r>
                    </a:p>
                  </a:txBody>
                  <a:tcPr anchor="ctr"/>
                </a:tc>
                <a:tc>
                  <a:txBody>
                    <a:bodyPr/>
                    <a:lstStyle/>
                    <a:p>
                      <a:pPr>
                        <a:buNone/>
                      </a:pPr>
                      <a:r>
                        <a:rPr lang="en-IN"/>
                        <a:t>700</a:t>
                      </a:r>
                    </a:p>
                  </a:txBody>
                  <a:tcPr anchor="ctr"/>
                </a:tc>
                <a:extLst>
                  <a:ext uri="{0D108BD9-81ED-4DB2-BD59-A6C34878D82A}">
                    <a16:rowId xmlns:a16="http://schemas.microsoft.com/office/drawing/2014/main" val="1299730411"/>
                  </a:ext>
                </a:extLst>
              </a:tr>
              <a:tr h="370840">
                <a:tc>
                  <a:txBody>
                    <a:bodyPr/>
                    <a:lstStyle/>
                    <a:p>
                      <a:pPr>
                        <a:buNone/>
                      </a:pPr>
                      <a:r>
                        <a:rPr lang="en-IN"/>
                        <a:t>6</a:t>
                      </a:r>
                    </a:p>
                  </a:txBody>
                  <a:tcPr anchor="ctr"/>
                </a:tc>
                <a:tc>
                  <a:txBody>
                    <a:bodyPr/>
                    <a:lstStyle/>
                    <a:p>
                      <a:pPr>
                        <a:buNone/>
                      </a:pPr>
                      <a:r>
                        <a:rPr lang="en-IN"/>
                        <a:t>3</a:t>
                      </a:r>
                    </a:p>
                  </a:txBody>
                  <a:tcPr anchor="ctr"/>
                </a:tc>
                <a:tc>
                  <a:txBody>
                    <a:bodyPr/>
                    <a:lstStyle/>
                    <a:p>
                      <a:pPr>
                        <a:buNone/>
                      </a:pPr>
                      <a:r>
                        <a:rPr lang="en-IN"/>
                        <a:t>2000</a:t>
                      </a:r>
                    </a:p>
                  </a:txBody>
                  <a:tcPr anchor="ctr"/>
                </a:tc>
                <a:extLst>
                  <a:ext uri="{0D108BD9-81ED-4DB2-BD59-A6C34878D82A}">
                    <a16:rowId xmlns:a16="http://schemas.microsoft.com/office/drawing/2014/main" val="3534135006"/>
                  </a:ext>
                </a:extLst>
              </a:tr>
              <a:tr h="370840">
                <a:tc>
                  <a:txBody>
                    <a:bodyPr/>
                    <a:lstStyle/>
                    <a:p>
                      <a:pPr>
                        <a:buNone/>
                      </a:pPr>
                      <a:r>
                        <a:rPr lang="en-IN"/>
                        <a:t>7</a:t>
                      </a:r>
                    </a:p>
                  </a:txBody>
                  <a:tcPr anchor="ctr"/>
                </a:tc>
                <a:tc>
                  <a:txBody>
                    <a:bodyPr/>
                    <a:lstStyle/>
                    <a:p>
                      <a:pPr>
                        <a:buNone/>
                      </a:pPr>
                      <a:r>
                        <a:rPr lang="en-IN"/>
                        <a:t>4</a:t>
                      </a:r>
                    </a:p>
                  </a:txBody>
                  <a:tcPr anchor="ctr"/>
                </a:tc>
                <a:tc>
                  <a:txBody>
                    <a:bodyPr/>
                    <a:lstStyle/>
                    <a:p>
                      <a:pPr>
                        <a:buNone/>
                      </a:pPr>
                      <a:r>
                        <a:rPr lang="en-IN"/>
                        <a:t>3000</a:t>
                      </a:r>
                    </a:p>
                  </a:txBody>
                  <a:tcPr anchor="ctr"/>
                </a:tc>
                <a:extLst>
                  <a:ext uri="{0D108BD9-81ED-4DB2-BD59-A6C34878D82A}">
                    <a16:rowId xmlns:a16="http://schemas.microsoft.com/office/drawing/2014/main" val="2155412465"/>
                  </a:ext>
                </a:extLst>
              </a:tr>
              <a:tr h="370840">
                <a:tc>
                  <a:txBody>
                    <a:bodyPr/>
                    <a:lstStyle/>
                    <a:p>
                      <a:pPr>
                        <a:buNone/>
                      </a:pPr>
                      <a:r>
                        <a:rPr lang="en-IN"/>
                        <a:t>8</a:t>
                      </a:r>
                    </a:p>
                  </a:txBody>
                  <a:tcPr anchor="ctr"/>
                </a:tc>
                <a:tc>
                  <a:txBody>
                    <a:bodyPr/>
                    <a:lstStyle/>
                    <a:p>
                      <a:pPr>
                        <a:buNone/>
                      </a:pPr>
                      <a:r>
                        <a:rPr lang="en-IN"/>
                        <a:t>4</a:t>
                      </a:r>
                    </a:p>
                  </a:txBody>
                  <a:tcPr anchor="ctr"/>
                </a:tc>
                <a:tc>
                  <a:txBody>
                    <a:bodyPr/>
                    <a:lstStyle/>
                    <a:p>
                      <a:pPr>
                        <a:buNone/>
                      </a:pPr>
                      <a:r>
                        <a:rPr lang="en-IN" dirty="0"/>
                        <a:t>200</a:t>
                      </a:r>
                    </a:p>
                  </a:txBody>
                  <a:tcPr anchor="ctr"/>
                </a:tc>
                <a:extLst>
                  <a:ext uri="{0D108BD9-81ED-4DB2-BD59-A6C34878D82A}">
                    <a16:rowId xmlns:a16="http://schemas.microsoft.com/office/drawing/2014/main" val="883538373"/>
                  </a:ext>
                </a:extLst>
              </a:tr>
            </a:tbl>
          </a:graphicData>
        </a:graphic>
      </p:graphicFrame>
      <p:sp>
        <p:nvSpPr>
          <p:cNvPr id="7" name="TextBox 6">
            <a:extLst>
              <a:ext uri="{FF2B5EF4-FFF2-40B4-BE49-F238E27FC236}">
                <a16:creationId xmlns:a16="http://schemas.microsoft.com/office/drawing/2014/main" id="{DD262C48-0642-4B4B-A664-6F1A0541B205}"/>
              </a:ext>
            </a:extLst>
          </p:cNvPr>
          <p:cNvSpPr txBox="1"/>
          <p:nvPr/>
        </p:nvSpPr>
        <p:spPr>
          <a:xfrm>
            <a:off x="669471" y="1014984"/>
            <a:ext cx="3151415" cy="372945"/>
          </a:xfrm>
          <a:prstGeom prst="rect">
            <a:avLst/>
          </a:prstGeom>
          <a:noFill/>
        </p:spPr>
        <p:txBody>
          <a:bodyPr wrap="square" rtlCol="0">
            <a:spAutoFit/>
          </a:bodyPr>
          <a:lstStyle/>
          <a:p>
            <a:r>
              <a:rPr lang="en-US" dirty="0" err="1"/>
              <a:t>SalesPerson</a:t>
            </a:r>
            <a:endParaRPr lang="en-IN" dirty="0"/>
          </a:p>
        </p:txBody>
      </p:sp>
      <p:sp>
        <p:nvSpPr>
          <p:cNvPr id="9" name="TextBox 8">
            <a:extLst>
              <a:ext uri="{FF2B5EF4-FFF2-40B4-BE49-F238E27FC236}">
                <a16:creationId xmlns:a16="http://schemas.microsoft.com/office/drawing/2014/main" id="{C84F693A-80EB-A0B2-0D78-B216512B35A9}"/>
              </a:ext>
            </a:extLst>
          </p:cNvPr>
          <p:cNvSpPr txBox="1"/>
          <p:nvPr/>
        </p:nvSpPr>
        <p:spPr>
          <a:xfrm>
            <a:off x="6631215" y="1387929"/>
            <a:ext cx="3151415" cy="372945"/>
          </a:xfrm>
          <a:prstGeom prst="rect">
            <a:avLst/>
          </a:prstGeom>
          <a:noFill/>
        </p:spPr>
        <p:txBody>
          <a:bodyPr wrap="square" rtlCol="0">
            <a:spAutoFit/>
          </a:bodyPr>
          <a:lstStyle/>
          <a:p>
            <a:r>
              <a:rPr lang="en-US" dirty="0"/>
              <a:t>Orders</a:t>
            </a:r>
            <a:endParaRPr lang="en-IN" dirty="0"/>
          </a:p>
        </p:txBody>
      </p:sp>
      <p:sp>
        <p:nvSpPr>
          <p:cNvPr id="11" name="TextBox 10">
            <a:extLst>
              <a:ext uri="{FF2B5EF4-FFF2-40B4-BE49-F238E27FC236}">
                <a16:creationId xmlns:a16="http://schemas.microsoft.com/office/drawing/2014/main" id="{CB63872C-93B7-E587-B1B5-74E5A16438BA}"/>
              </a:ext>
            </a:extLst>
          </p:cNvPr>
          <p:cNvSpPr txBox="1"/>
          <p:nvPr/>
        </p:nvSpPr>
        <p:spPr>
          <a:xfrm>
            <a:off x="502744" y="4424154"/>
            <a:ext cx="3151415" cy="372945"/>
          </a:xfrm>
          <a:prstGeom prst="rect">
            <a:avLst/>
          </a:prstGeom>
          <a:noFill/>
        </p:spPr>
        <p:txBody>
          <a:bodyPr wrap="square" rtlCol="0">
            <a:spAutoFit/>
          </a:bodyPr>
          <a:lstStyle/>
          <a:p>
            <a:r>
              <a:rPr lang="en-US" dirty="0"/>
              <a:t>Company</a:t>
            </a:r>
            <a:endParaRPr lang="en-IN" dirty="0"/>
          </a:p>
        </p:txBody>
      </p:sp>
    </p:spTree>
    <p:extLst>
      <p:ext uri="{BB962C8B-B14F-4D97-AF65-F5344CB8AC3E}">
        <p14:creationId xmlns:p14="http://schemas.microsoft.com/office/powerpoint/2010/main" val="401668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73447-C646-151B-8E67-DD5F06B50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68E73-90BA-06FC-9532-3ED7059539B8}"/>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graphicFrame>
        <p:nvGraphicFramePr>
          <p:cNvPr id="3" name="Table 2">
            <a:extLst>
              <a:ext uri="{FF2B5EF4-FFF2-40B4-BE49-F238E27FC236}">
                <a16:creationId xmlns:a16="http://schemas.microsoft.com/office/drawing/2014/main" id="{1FF87F69-45AC-C225-1189-92CC32AE85CD}"/>
              </a:ext>
            </a:extLst>
          </p:cNvPr>
          <p:cNvGraphicFramePr>
            <a:graphicFrameLocks noGrp="1"/>
          </p:cNvGraphicFramePr>
          <p:nvPr>
            <p:extLst>
              <p:ext uri="{D42A27DB-BD31-4B8C-83A1-F6EECF244321}">
                <p14:modId xmlns:p14="http://schemas.microsoft.com/office/powerpoint/2010/main" val="3192247259"/>
              </p:ext>
            </p:extLst>
          </p:nvPr>
        </p:nvGraphicFramePr>
        <p:xfrm>
          <a:off x="502745" y="1224162"/>
          <a:ext cx="6502400" cy="29667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658906876"/>
                    </a:ext>
                  </a:extLst>
                </a:gridCol>
                <a:gridCol w="1625600">
                  <a:extLst>
                    <a:ext uri="{9D8B030D-6E8A-4147-A177-3AD203B41FA5}">
                      <a16:colId xmlns:a16="http://schemas.microsoft.com/office/drawing/2014/main" val="438282405"/>
                    </a:ext>
                  </a:extLst>
                </a:gridCol>
                <a:gridCol w="1625600">
                  <a:extLst>
                    <a:ext uri="{9D8B030D-6E8A-4147-A177-3AD203B41FA5}">
                      <a16:colId xmlns:a16="http://schemas.microsoft.com/office/drawing/2014/main" val="1245522162"/>
                    </a:ext>
                  </a:extLst>
                </a:gridCol>
                <a:gridCol w="1625600">
                  <a:extLst>
                    <a:ext uri="{9D8B030D-6E8A-4147-A177-3AD203B41FA5}">
                      <a16:colId xmlns:a16="http://schemas.microsoft.com/office/drawing/2014/main" val="516780115"/>
                    </a:ext>
                  </a:extLst>
                </a:gridCol>
              </a:tblGrid>
              <a:tr h="370840">
                <a:tc>
                  <a:txBody>
                    <a:bodyPr/>
                    <a:lstStyle/>
                    <a:p>
                      <a:pPr>
                        <a:buNone/>
                      </a:pPr>
                      <a:r>
                        <a:rPr lang="en-IN" dirty="0"/>
                        <a:t>ID</a:t>
                      </a:r>
                    </a:p>
                  </a:txBody>
                  <a:tcPr anchor="ctr"/>
                </a:tc>
                <a:tc>
                  <a:txBody>
                    <a:bodyPr/>
                    <a:lstStyle/>
                    <a:p>
                      <a:pPr>
                        <a:buNone/>
                      </a:pPr>
                      <a:r>
                        <a:rPr lang="en-IN"/>
                        <a:t>Name</a:t>
                      </a:r>
                    </a:p>
                  </a:txBody>
                  <a:tcPr anchor="ctr"/>
                </a:tc>
                <a:tc>
                  <a:txBody>
                    <a:bodyPr/>
                    <a:lstStyle/>
                    <a:p>
                      <a:pPr>
                        <a:buNone/>
                      </a:pPr>
                      <a:r>
                        <a:rPr lang="en-IN"/>
                        <a:t>Salary</a:t>
                      </a:r>
                    </a:p>
                  </a:txBody>
                  <a:tcPr anchor="ctr"/>
                </a:tc>
                <a:tc>
                  <a:txBody>
                    <a:bodyPr/>
                    <a:lstStyle/>
                    <a:p>
                      <a:pPr>
                        <a:buNone/>
                      </a:pPr>
                      <a:r>
                        <a:rPr lang="en-IN"/>
                        <a:t>DepartmentId</a:t>
                      </a:r>
                    </a:p>
                  </a:txBody>
                  <a:tcPr anchor="ctr"/>
                </a:tc>
                <a:extLst>
                  <a:ext uri="{0D108BD9-81ED-4DB2-BD59-A6C34878D82A}">
                    <a16:rowId xmlns:a16="http://schemas.microsoft.com/office/drawing/2014/main" val="178983267"/>
                  </a:ext>
                </a:extLst>
              </a:tr>
              <a:tr h="370840">
                <a:tc>
                  <a:txBody>
                    <a:bodyPr/>
                    <a:lstStyle/>
                    <a:p>
                      <a:pPr>
                        <a:buNone/>
                      </a:pPr>
                      <a:r>
                        <a:rPr lang="en-IN"/>
                        <a:t>1</a:t>
                      </a:r>
                    </a:p>
                  </a:txBody>
                  <a:tcPr anchor="ctr"/>
                </a:tc>
                <a:tc>
                  <a:txBody>
                    <a:bodyPr/>
                    <a:lstStyle/>
                    <a:p>
                      <a:pPr>
                        <a:buNone/>
                      </a:pPr>
                      <a:r>
                        <a:rPr lang="en-IN"/>
                        <a:t>Joe</a:t>
                      </a:r>
                    </a:p>
                  </a:txBody>
                  <a:tcPr anchor="ctr"/>
                </a:tc>
                <a:tc>
                  <a:txBody>
                    <a:bodyPr/>
                    <a:lstStyle/>
                    <a:p>
                      <a:pPr>
                        <a:buNone/>
                      </a:pPr>
                      <a:r>
                        <a:rPr lang="en-IN"/>
                        <a:t>85000</a:t>
                      </a:r>
                    </a:p>
                  </a:txBody>
                  <a:tcPr anchor="ctr"/>
                </a:tc>
                <a:tc>
                  <a:txBody>
                    <a:bodyPr/>
                    <a:lstStyle/>
                    <a:p>
                      <a:pPr>
                        <a:buNone/>
                      </a:pPr>
                      <a:r>
                        <a:rPr lang="en-IN"/>
                        <a:t>1</a:t>
                      </a:r>
                    </a:p>
                  </a:txBody>
                  <a:tcPr anchor="ctr"/>
                </a:tc>
                <a:extLst>
                  <a:ext uri="{0D108BD9-81ED-4DB2-BD59-A6C34878D82A}">
                    <a16:rowId xmlns:a16="http://schemas.microsoft.com/office/drawing/2014/main" val="1299730411"/>
                  </a:ext>
                </a:extLst>
              </a:tr>
              <a:tr h="370840">
                <a:tc>
                  <a:txBody>
                    <a:bodyPr/>
                    <a:lstStyle/>
                    <a:p>
                      <a:pPr>
                        <a:buNone/>
                      </a:pPr>
                      <a:r>
                        <a:rPr lang="en-IN"/>
                        <a:t>2</a:t>
                      </a:r>
                    </a:p>
                  </a:txBody>
                  <a:tcPr anchor="ctr"/>
                </a:tc>
                <a:tc>
                  <a:txBody>
                    <a:bodyPr/>
                    <a:lstStyle/>
                    <a:p>
                      <a:pPr>
                        <a:buNone/>
                      </a:pPr>
                      <a:r>
                        <a:rPr lang="en-IN"/>
                        <a:t>Henry</a:t>
                      </a:r>
                    </a:p>
                  </a:txBody>
                  <a:tcPr anchor="ctr"/>
                </a:tc>
                <a:tc>
                  <a:txBody>
                    <a:bodyPr/>
                    <a:lstStyle/>
                    <a:p>
                      <a:pPr>
                        <a:buNone/>
                      </a:pPr>
                      <a:r>
                        <a:rPr lang="en-IN"/>
                        <a:t>80000</a:t>
                      </a:r>
                    </a:p>
                  </a:txBody>
                  <a:tcPr anchor="ctr"/>
                </a:tc>
                <a:tc>
                  <a:txBody>
                    <a:bodyPr/>
                    <a:lstStyle/>
                    <a:p>
                      <a:pPr>
                        <a:buNone/>
                      </a:pPr>
                      <a:r>
                        <a:rPr lang="en-IN"/>
                        <a:t>2</a:t>
                      </a:r>
                    </a:p>
                  </a:txBody>
                  <a:tcPr anchor="ctr"/>
                </a:tc>
                <a:extLst>
                  <a:ext uri="{0D108BD9-81ED-4DB2-BD59-A6C34878D82A}">
                    <a16:rowId xmlns:a16="http://schemas.microsoft.com/office/drawing/2014/main" val="3534135006"/>
                  </a:ext>
                </a:extLst>
              </a:tr>
              <a:tr h="370840">
                <a:tc>
                  <a:txBody>
                    <a:bodyPr/>
                    <a:lstStyle/>
                    <a:p>
                      <a:pPr>
                        <a:buNone/>
                      </a:pPr>
                      <a:r>
                        <a:rPr lang="en-IN"/>
                        <a:t>3</a:t>
                      </a:r>
                    </a:p>
                  </a:txBody>
                  <a:tcPr anchor="ctr"/>
                </a:tc>
                <a:tc>
                  <a:txBody>
                    <a:bodyPr/>
                    <a:lstStyle/>
                    <a:p>
                      <a:pPr>
                        <a:buNone/>
                      </a:pPr>
                      <a:r>
                        <a:rPr lang="en-IN"/>
                        <a:t>Sam</a:t>
                      </a:r>
                    </a:p>
                  </a:txBody>
                  <a:tcPr anchor="ctr"/>
                </a:tc>
                <a:tc>
                  <a:txBody>
                    <a:bodyPr/>
                    <a:lstStyle/>
                    <a:p>
                      <a:pPr>
                        <a:buNone/>
                      </a:pPr>
                      <a:r>
                        <a:rPr lang="en-IN"/>
                        <a:t>60000</a:t>
                      </a:r>
                    </a:p>
                  </a:txBody>
                  <a:tcPr anchor="ctr"/>
                </a:tc>
                <a:tc>
                  <a:txBody>
                    <a:bodyPr/>
                    <a:lstStyle/>
                    <a:p>
                      <a:pPr>
                        <a:buNone/>
                      </a:pPr>
                      <a:r>
                        <a:rPr lang="en-IN"/>
                        <a:t>2</a:t>
                      </a:r>
                    </a:p>
                  </a:txBody>
                  <a:tcPr anchor="ctr"/>
                </a:tc>
                <a:extLst>
                  <a:ext uri="{0D108BD9-81ED-4DB2-BD59-A6C34878D82A}">
                    <a16:rowId xmlns:a16="http://schemas.microsoft.com/office/drawing/2014/main" val="2155412465"/>
                  </a:ext>
                </a:extLst>
              </a:tr>
              <a:tr h="370840">
                <a:tc>
                  <a:txBody>
                    <a:bodyPr/>
                    <a:lstStyle/>
                    <a:p>
                      <a:pPr>
                        <a:buNone/>
                      </a:pPr>
                      <a:r>
                        <a:rPr lang="en-IN"/>
                        <a:t>4</a:t>
                      </a:r>
                    </a:p>
                  </a:txBody>
                  <a:tcPr anchor="ctr"/>
                </a:tc>
                <a:tc>
                  <a:txBody>
                    <a:bodyPr/>
                    <a:lstStyle/>
                    <a:p>
                      <a:pPr>
                        <a:buNone/>
                      </a:pPr>
                      <a:r>
                        <a:rPr lang="en-IN"/>
                        <a:t>Max</a:t>
                      </a:r>
                    </a:p>
                  </a:txBody>
                  <a:tcPr anchor="ctr"/>
                </a:tc>
                <a:tc>
                  <a:txBody>
                    <a:bodyPr/>
                    <a:lstStyle/>
                    <a:p>
                      <a:pPr>
                        <a:buNone/>
                      </a:pPr>
                      <a:r>
                        <a:rPr lang="en-IN"/>
                        <a:t>90000</a:t>
                      </a:r>
                    </a:p>
                  </a:txBody>
                  <a:tcPr anchor="ctr"/>
                </a:tc>
                <a:tc>
                  <a:txBody>
                    <a:bodyPr/>
                    <a:lstStyle/>
                    <a:p>
                      <a:pPr>
                        <a:buNone/>
                      </a:pPr>
                      <a:r>
                        <a:rPr lang="en-IN"/>
                        <a:t>1</a:t>
                      </a:r>
                    </a:p>
                  </a:txBody>
                  <a:tcPr anchor="ctr"/>
                </a:tc>
                <a:extLst>
                  <a:ext uri="{0D108BD9-81ED-4DB2-BD59-A6C34878D82A}">
                    <a16:rowId xmlns:a16="http://schemas.microsoft.com/office/drawing/2014/main" val="883538373"/>
                  </a:ext>
                </a:extLst>
              </a:tr>
              <a:tr h="370840">
                <a:tc>
                  <a:txBody>
                    <a:bodyPr/>
                    <a:lstStyle/>
                    <a:p>
                      <a:pPr>
                        <a:buNone/>
                      </a:pPr>
                      <a:r>
                        <a:rPr lang="en-IN"/>
                        <a:t>5</a:t>
                      </a:r>
                    </a:p>
                  </a:txBody>
                  <a:tcPr anchor="ctr"/>
                </a:tc>
                <a:tc>
                  <a:txBody>
                    <a:bodyPr/>
                    <a:lstStyle/>
                    <a:p>
                      <a:pPr>
                        <a:buNone/>
                      </a:pPr>
                      <a:r>
                        <a:rPr lang="en-IN"/>
                        <a:t>Janet</a:t>
                      </a:r>
                    </a:p>
                  </a:txBody>
                  <a:tcPr anchor="ctr"/>
                </a:tc>
                <a:tc>
                  <a:txBody>
                    <a:bodyPr/>
                    <a:lstStyle/>
                    <a:p>
                      <a:pPr>
                        <a:buNone/>
                      </a:pPr>
                      <a:r>
                        <a:rPr lang="en-IN"/>
                        <a:t>69000</a:t>
                      </a:r>
                    </a:p>
                  </a:txBody>
                  <a:tcPr anchor="ctr"/>
                </a:tc>
                <a:tc>
                  <a:txBody>
                    <a:bodyPr/>
                    <a:lstStyle/>
                    <a:p>
                      <a:pPr>
                        <a:buNone/>
                      </a:pPr>
                      <a:r>
                        <a:rPr lang="en-IN"/>
                        <a:t>1</a:t>
                      </a:r>
                    </a:p>
                  </a:txBody>
                  <a:tcPr anchor="ctr"/>
                </a:tc>
                <a:extLst>
                  <a:ext uri="{0D108BD9-81ED-4DB2-BD59-A6C34878D82A}">
                    <a16:rowId xmlns:a16="http://schemas.microsoft.com/office/drawing/2014/main" val="2322549904"/>
                  </a:ext>
                </a:extLst>
              </a:tr>
              <a:tr h="370840">
                <a:tc>
                  <a:txBody>
                    <a:bodyPr/>
                    <a:lstStyle/>
                    <a:p>
                      <a:pPr>
                        <a:buNone/>
                      </a:pPr>
                      <a:r>
                        <a:rPr lang="en-IN"/>
                        <a:t>6</a:t>
                      </a:r>
                    </a:p>
                  </a:txBody>
                  <a:tcPr anchor="ctr"/>
                </a:tc>
                <a:tc>
                  <a:txBody>
                    <a:bodyPr/>
                    <a:lstStyle/>
                    <a:p>
                      <a:pPr>
                        <a:buNone/>
                      </a:pPr>
                      <a:r>
                        <a:rPr lang="en-IN"/>
                        <a:t>Randy</a:t>
                      </a:r>
                    </a:p>
                  </a:txBody>
                  <a:tcPr anchor="ctr"/>
                </a:tc>
                <a:tc>
                  <a:txBody>
                    <a:bodyPr/>
                    <a:lstStyle/>
                    <a:p>
                      <a:pPr>
                        <a:buNone/>
                      </a:pPr>
                      <a:r>
                        <a:rPr lang="en-IN"/>
                        <a:t>85000</a:t>
                      </a:r>
                    </a:p>
                  </a:txBody>
                  <a:tcPr anchor="ctr"/>
                </a:tc>
                <a:tc>
                  <a:txBody>
                    <a:bodyPr/>
                    <a:lstStyle/>
                    <a:p>
                      <a:pPr>
                        <a:buNone/>
                      </a:pPr>
                      <a:r>
                        <a:rPr lang="en-IN"/>
                        <a:t>1</a:t>
                      </a:r>
                    </a:p>
                  </a:txBody>
                  <a:tcPr anchor="ctr"/>
                </a:tc>
                <a:extLst>
                  <a:ext uri="{0D108BD9-81ED-4DB2-BD59-A6C34878D82A}">
                    <a16:rowId xmlns:a16="http://schemas.microsoft.com/office/drawing/2014/main" val="3112189889"/>
                  </a:ext>
                </a:extLst>
              </a:tr>
              <a:tr h="370840">
                <a:tc>
                  <a:txBody>
                    <a:bodyPr/>
                    <a:lstStyle/>
                    <a:p>
                      <a:pPr>
                        <a:buNone/>
                      </a:pPr>
                      <a:r>
                        <a:rPr lang="en-IN"/>
                        <a:t>7</a:t>
                      </a:r>
                    </a:p>
                  </a:txBody>
                  <a:tcPr anchor="ctr"/>
                </a:tc>
                <a:tc>
                  <a:txBody>
                    <a:bodyPr/>
                    <a:lstStyle/>
                    <a:p>
                      <a:pPr>
                        <a:buNone/>
                      </a:pPr>
                      <a:r>
                        <a:rPr lang="en-IN"/>
                        <a:t>Will</a:t>
                      </a:r>
                    </a:p>
                  </a:txBody>
                  <a:tcPr anchor="ctr"/>
                </a:tc>
                <a:tc>
                  <a:txBody>
                    <a:bodyPr/>
                    <a:lstStyle/>
                    <a:p>
                      <a:pPr>
                        <a:buNone/>
                      </a:pPr>
                      <a:r>
                        <a:rPr lang="en-IN"/>
                        <a:t>70000</a:t>
                      </a:r>
                    </a:p>
                  </a:txBody>
                  <a:tcPr anchor="ctr"/>
                </a:tc>
                <a:tc>
                  <a:txBody>
                    <a:bodyPr/>
                    <a:lstStyle/>
                    <a:p>
                      <a:pPr>
                        <a:buNone/>
                      </a:pPr>
                      <a:r>
                        <a:rPr lang="en-IN" dirty="0"/>
                        <a:t>1</a:t>
                      </a:r>
                    </a:p>
                  </a:txBody>
                  <a:tcPr anchor="ctr"/>
                </a:tc>
                <a:extLst>
                  <a:ext uri="{0D108BD9-81ED-4DB2-BD59-A6C34878D82A}">
                    <a16:rowId xmlns:a16="http://schemas.microsoft.com/office/drawing/2014/main" val="4246322345"/>
                  </a:ext>
                </a:extLst>
              </a:tr>
            </a:tbl>
          </a:graphicData>
        </a:graphic>
      </p:graphicFrame>
      <p:graphicFrame>
        <p:nvGraphicFramePr>
          <p:cNvPr id="4" name="Table 3">
            <a:extLst>
              <a:ext uri="{FF2B5EF4-FFF2-40B4-BE49-F238E27FC236}">
                <a16:creationId xmlns:a16="http://schemas.microsoft.com/office/drawing/2014/main" id="{3434EB56-27E3-AA60-B70B-52DA2F9F3DC2}"/>
              </a:ext>
            </a:extLst>
          </p:cNvPr>
          <p:cNvGraphicFramePr>
            <a:graphicFrameLocks noGrp="1"/>
          </p:cNvGraphicFramePr>
          <p:nvPr>
            <p:extLst>
              <p:ext uri="{D42A27DB-BD31-4B8C-83A1-F6EECF244321}">
                <p14:modId xmlns:p14="http://schemas.microsoft.com/office/powerpoint/2010/main" val="3688870229"/>
              </p:ext>
            </p:extLst>
          </p:nvPr>
        </p:nvGraphicFramePr>
        <p:xfrm>
          <a:off x="7281917" y="2485404"/>
          <a:ext cx="4794470" cy="1112520"/>
        </p:xfrm>
        <a:graphic>
          <a:graphicData uri="http://schemas.openxmlformats.org/drawingml/2006/table">
            <a:tbl>
              <a:tblPr firstRow="1" bandRow="1">
                <a:tableStyleId>{5C22544A-7EE6-4342-B048-85BDC9FD1C3A}</a:tableStyleId>
              </a:tblPr>
              <a:tblGrid>
                <a:gridCol w="2397235">
                  <a:extLst>
                    <a:ext uri="{9D8B030D-6E8A-4147-A177-3AD203B41FA5}">
                      <a16:colId xmlns:a16="http://schemas.microsoft.com/office/drawing/2014/main" val="1671687205"/>
                    </a:ext>
                  </a:extLst>
                </a:gridCol>
                <a:gridCol w="2397235">
                  <a:extLst>
                    <a:ext uri="{9D8B030D-6E8A-4147-A177-3AD203B41FA5}">
                      <a16:colId xmlns:a16="http://schemas.microsoft.com/office/drawing/2014/main" val="3232957773"/>
                    </a:ext>
                  </a:extLst>
                </a:gridCol>
              </a:tblGrid>
              <a:tr h="370840">
                <a:tc>
                  <a:txBody>
                    <a:bodyPr/>
                    <a:lstStyle/>
                    <a:p>
                      <a:pPr>
                        <a:buNone/>
                      </a:pPr>
                      <a:r>
                        <a:rPr lang="en-IN" dirty="0"/>
                        <a:t>ID</a:t>
                      </a:r>
                    </a:p>
                  </a:txBody>
                  <a:tcPr anchor="ctr"/>
                </a:tc>
                <a:tc>
                  <a:txBody>
                    <a:bodyPr/>
                    <a:lstStyle/>
                    <a:p>
                      <a:pPr>
                        <a:buNone/>
                      </a:pPr>
                      <a:r>
                        <a:rPr lang="en-IN"/>
                        <a:t>Name</a:t>
                      </a:r>
                    </a:p>
                  </a:txBody>
                  <a:tcPr anchor="ctr"/>
                </a:tc>
                <a:extLst>
                  <a:ext uri="{0D108BD9-81ED-4DB2-BD59-A6C34878D82A}">
                    <a16:rowId xmlns:a16="http://schemas.microsoft.com/office/drawing/2014/main" val="2425411743"/>
                  </a:ext>
                </a:extLst>
              </a:tr>
              <a:tr h="370840">
                <a:tc>
                  <a:txBody>
                    <a:bodyPr/>
                    <a:lstStyle/>
                    <a:p>
                      <a:pPr>
                        <a:buNone/>
                      </a:pPr>
                      <a:r>
                        <a:rPr lang="en-IN"/>
                        <a:t>1</a:t>
                      </a:r>
                    </a:p>
                  </a:txBody>
                  <a:tcPr anchor="ctr"/>
                </a:tc>
                <a:tc>
                  <a:txBody>
                    <a:bodyPr/>
                    <a:lstStyle/>
                    <a:p>
                      <a:pPr>
                        <a:buNone/>
                      </a:pPr>
                      <a:r>
                        <a:rPr lang="en-IN"/>
                        <a:t>IT</a:t>
                      </a:r>
                    </a:p>
                  </a:txBody>
                  <a:tcPr anchor="ctr"/>
                </a:tc>
                <a:extLst>
                  <a:ext uri="{0D108BD9-81ED-4DB2-BD59-A6C34878D82A}">
                    <a16:rowId xmlns:a16="http://schemas.microsoft.com/office/drawing/2014/main" val="2984250261"/>
                  </a:ext>
                </a:extLst>
              </a:tr>
              <a:tr h="370840">
                <a:tc>
                  <a:txBody>
                    <a:bodyPr/>
                    <a:lstStyle/>
                    <a:p>
                      <a:pPr>
                        <a:buNone/>
                      </a:pPr>
                      <a:r>
                        <a:rPr lang="en-IN"/>
                        <a:t>2</a:t>
                      </a:r>
                    </a:p>
                  </a:txBody>
                  <a:tcPr anchor="ctr"/>
                </a:tc>
                <a:tc>
                  <a:txBody>
                    <a:bodyPr/>
                    <a:lstStyle/>
                    <a:p>
                      <a:pPr>
                        <a:buNone/>
                      </a:pPr>
                      <a:r>
                        <a:rPr lang="en-IN" dirty="0"/>
                        <a:t>Sales</a:t>
                      </a:r>
                    </a:p>
                  </a:txBody>
                  <a:tcPr anchor="ctr"/>
                </a:tc>
                <a:extLst>
                  <a:ext uri="{0D108BD9-81ED-4DB2-BD59-A6C34878D82A}">
                    <a16:rowId xmlns:a16="http://schemas.microsoft.com/office/drawing/2014/main" val="3446652278"/>
                  </a:ext>
                </a:extLst>
              </a:tr>
            </a:tbl>
          </a:graphicData>
        </a:graphic>
      </p:graphicFrame>
    </p:spTree>
    <p:extLst>
      <p:ext uri="{BB962C8B-B14F-4D97-AF65-F5344CB8AC3E}">
        <p14:creationId xmlns:p14="http://schemas.microsoft.com/office/powerpoint/2010/main" val="541320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C1F4-54FD-B3DB-3CE7-4753B1436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19EC1-54F5-5D82-1501-F201DDDDAB95}"/>
              </a:ext>
            </a:extLst>
          </p:cNvPr>
          <p:cNvSpPr>
            <a:spLocks noGrp="1"/>
          </p:cNvSpPr>
          <p:nvPr>
            <p:ph type="title"/>
          </p:nvPr>
        </p:nvSpPr>
        <p:spPr>
          <a:xfrm>
            <a:off x="838200" y="365125"/>
            <a:ext cx="10515600" cy="649859"/>
          </a:xfrm>
        </p:spPr>
        <p:txBody>
          <a:bodyPr>
            <a:normAutofit fontScale="90000"/>
          </a:bodyPr>
          <a:lstStyle/>
          <a:p>
            <a:r>
              <a:rPr lang="en-US" b="1" dirty="0"/>
              <a:t>Experiment 03</a:t>
            </a:r>
            <a:endParaRPr lang="en-IN" b="1" dirty="0"/>
          </a:p>
        </p:txBody>
      </p:sp>
      <p:graphicFrame>
        <p:nvGraphicFramePr>
          <p:cNvPr id="5" name="Table 4">
            <a:extLst>
              <a:ext uri="{FF2B5EF4-FFF2-40B4-BE49-F238E27FC236}">
                <a16:creationId xmlns:a16="http://schemas.microsoft.com/office/drawing/2014/main" id="{A3DE78B7-D0FA-7C8D-3611-90BD21A530E8}"/>
              </a:ext>
            </a:extLst>
          </p:cNvPr>
          <p:cNvGraphicFramePr>
            <a:graphicFrameLocks noGrp="1"/>
          </p:cNvGraphicFramePr>
          <p:nvPr>
            <p:extLst>
              <p:ext uri="{D42A27DB-BD31-4B8C-83A1-F6EECF244321}">
                <p14:modId xmlns:p14="http://schemas.microsoft.com/office/powerpoint/2010/main" val="3433722847"/>
              </p:ext>
            </p:extLst>
          </p:nvPr>
        </p:nvGraphicFramePr>
        <p:xfrm>
          <a:off x="597337" y="1807487"/>
          <a:ext cx="8127999" cy="25958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07637321"/>
                    </a:ext>
                  </a:extLst>
                </a:gridCol>
                <a:gridCol w="2709333">
                  <a:extLst>
                    <a:ext uri="{9D8B030D-6E8A-4147-A177-3AD203B41FA5}">
                      <a16:colId xmlns:a16="http://schemas.microsoft.com/office/drawing/2014/main" val="210280247"/>
                    </a:ext>
                  </a:extLst>
                </a:gridCol>
                <a:gridCol w="2709333">
                  <a:extLst>
                    <a:ext uri="{9D8B030D-6E8A-4147-A177-3AD203B41FA5}">
                      <a16:colId xmlns:a16="http://schemas.microsoft.com/office/drawing/2014/main" val="1811553596"/>
                    </a:ext>
                  </a:extLst>
                </a:gridCol>
              </a:tblGrid>
              <a:tr h="370840">
                <a:tc>
                  <a:txBody>
                    <a:bodyPr/>
                    <a:lstStyle/>
                    <a:p>
                      <a:pPr>
                        <a:buNone/>
                      </a:pPr>
                      <a:r>
                        <a:rPr lang="en-IN" dirty="0"/>
                        <a:t>Department</a:t>
                      </a:r>
                    </a:p>
                  </a:txBody>
                  <a:tcPr anchor="ctr"/>
                </a:tc>
                <a:tc>
                  <a:txBody>
                    <a:bodyPr/>
                    <a:lstStyle/>
                    <a:p>
                      <a:pPr>
                        <a:buNone/>
                      </a:pPr>
                      <a:r>
                        <a:rPr lang="en-IN"/>
                        <a:t>Employee</a:t>
                      </a:r>
                    </a:p>
                  </a:txBody>
                  <a:tcPr anchor="ctr"/>
                </a:tc>
                <a:tc>
                  <a:txBody>
                    <a:bodyPr/>
                    <a:lstStyle/>
                    <a:p>
                      <a:pPr>
                        <a:buNone/>
                      </a:pPr>
                      <a:r>
                        <a:rPr lang="en-IN"/>
                        <a:t>Salary</a:t>
                      </a:r>
                    </a:p>
                  </a:txBody>
                  <a:tcPr anchor="ctr"/>
                </a:tc>
                <a:extLst>
                  <a:ext uri="{0D108BD9-81ED-4DB2-BD59-A6C34878D82A}">
                    <a16:rowId xmlns:a16="http://schemas.microsoft.com/office/drawing/2014/main" val="3290904208"/>
                  </a:ext>
                </a:extLst>
              </a:tr>
              <a:tr h="370840">
                <a:tc>
                  <a:txBody>
                    <a:bodyPr/>
                    <a:lstStyle/>
                    <a:p>
                      <a:pPr>
                        <a:buNone/>
                      </a:pPr>
                      <a:r>
                        <a:rPr lang="en-IN"/>
                        <a:t>IT</a:t>
                      </a:r>
                    </a:p>
                  </a:txBody>
                  <a:tcPr anchor="ctr"/>
                </a:tc>
                <a:tc>
                  <a:txBody>
                    <a:bodyPr/>
                    <a:lstStyle/>
                    <a:p>
                      <a:pPr>
                        <a:buNone/>
                      </a:pPr>
                      <a:r>
                        <a:rPr lang="en-IN"/>
                        <a:t>Max</a:t>
                      </a:r>
                    </a:p>
                  </a:txBody>
                  <a:tcPr anchor="ctr"/>
                </a:tc>
                <a:tc>
                  <a:txBody>
                    <a:bodyPr/>
                    <a:lstStyle/>
                    <a:p>
                      <a:pPr>
                        <a:buNone/>
                      </a:pPr>
                      <a:r>
                        <a:rPr lang="en-IN"/>
                        <a:t>90000</a:t>
                      </a:r>
                    </a:p>
                  </a:txBody>
                  <a:tcPr anchor="ctr"/>
                </a:tc>
                <a:extLst>
                  <a:ext uri="{0D108BD9-81ED-4DB2-BD59-A6C34878D82A}">
                    <a16:rowId xmlns:a16="http://schemas.microsoft.com/office/drawing/2014/main" val="2621046778"/>
                  </a:ext>
                </a:extLst>
              </a:tr>
              <a:tr h="370840">
                <a:tc>
                  <a:txBody>
                    <a:bodyPr/>
                    <a:lstStyle/>
                    <a:p>
                      <a:pPr>
                        <a:buNone/>
                      </a:pPr>
                      <a:r>
                        <a:rPr lang="en-IN"/>
                        <a:t>IT</a:t>
                      </a:r>
                    </a:p>
                  </a:txBody>
                  <a:tcPr anchor="ctr"/>
                </a:tc>
                <a:tc>
                  <a:txBody>
                    <a:bodyPr/>
                    <a:lstStyle/>
                    <a:p>
                      <a:pPr>
                        <a:buNone/>
                      </a:pPr>
                      <a:r>
                        <a:rPr lang="en-IN"/>
                        <a:t>Joe</a:t>
                      </a:r>
                    </a:p>
                  </a:txBody>
                  <a:tcPr anchor="ctr"/>
                </a:tc>
                <a:tc>
                  <a:txBody>
                    <a:bodyPr/>
                    <a:lstStyle/>
                    <a:p>
                      <a:pPr>
                        <a:buNone/>
                      </a:pPr>
                      <a:r>
                        <a:rPr lang="en-IN"/>
                        <a:t>85000</a:t>
                      </a:r>
                    </a:p>
                  </a:txBody>
                  <a:tcPr anchor="ctr"/>
                </a:tc>
                <a:extLst>
                  <a:ext uri="{0D108BD9-81ED-4DB2-BD59-A6C34878D82A}">
                    <a16:rowId xmlns:a16="http://schemas.microsoft.com/office/drawing/2014/main" val="574753625"/>
                  </a:ext>
                </a:extLst>
              </a:tr>
              <a:tr h="370840">
                <a:tc>
                  <a:txBody>
                    <a:bodyPr/>
                    <a:lstStyle/>
                    <a:p>
                      <a:pPr>
                        <a:buNone/>
                      </a:pPr>
                      <a:r>
                        <a:rPr lang="en-IN"/>
                        <a:t>IT</a:t>
                      </a:r>
                    </a:p>
                  </a:txBody>
                  <a:tcPr anchor="ctr"/>
                </a:tc>
                <a:tc>
                  <a:txBody>
                    <a:bodyPr/>
                    <a:lstStyle/>
                    <a:p>
                      <a:pPr>
                        <a:buNone/>
                      </a:pPr>
                      <a:r>
                        <a:rPr lang="en-IN"/>
                        <a:t>Randy</a:t>
                      </a:r>
                    </a:p>
                  </a:txBody>
                  <a:tcPr anchor="ctr"/>
                </a:tc>
                <a:tc>
                  <a:txBody>
                    <a:bodyPr/>
                    <a:lstStyle/>
                    <a:p>
                      <a:pPr>
                        <a:buNone/>
                      </a:pPr>
                      <a:r>
                        <a:rPr lang="en-IN"/>
                        <a:t>85000</a:t>
                      </a:r>
                    </a:p>
                  </a:txBody>
                  <a:tcPr anchor="ctr"/>
                </a:tc>
                <a:extLst>
                  <a:ext uri="{0D108BD9-81ED-4DB2-BD59-A6C34878D82A}">
                    <a16:rowId xmlns:a16="http://schemas.microsoft.com/office/drawing/2014/main" val="3476409843"/>
                  </a:ext>
                </a:extLst>
              </a:tr>
              <a:tr h="370840">
                <a:tc>
                  <a:txBody>
                    <a:bodyPr/>
                    <a:lstStyle/>
                    <a:p>
                      <a:pPr>
                        <a:buNone/>
                      </a:pPr>
                      <a:r>
                        <a:rPr lang="en-IN"/>
                        <a:t>IT</a:t>
                      </a:r>
                    </a:p>
                  </a:txBody>
                  <a:tcPr anchor="ctr"/>
                </a:tc>
                <a:tc>
                  <a:txBody>
                    <a:bodyPr/>
                    <a:lstStyle/>
                    <a:p>
                      <a:pPr>
                        <a:buNone/>
                      </a:pPr>
                      <a:r>
                        <a:rPr lang="en-IN"/>
                        <a:t>Will</a:t>
                      </a:r>
                    </a:p>
                  </a:txBody>
                  <a:tcPr anchor="ctr"/>
                </a:tc>
                <a:tc>
                  <a:txBody>
                    <a:bodyPr/>
                    <a:lstStyle/>
                    <a:p>
                      <a:pPr>
                        <a:buNone/>
                      </a:pPr>
                      <a:r>
                        <a:rPr lang="en-IN"/>
                        <a:t>70000</a:t>
                      </a:r>
                    </a:p>
                  </a:txBody>
                  <a:tcPr anchor="ctr"/>
                </a:tc>
                <a:extLst>
                  <a:ext uri="{0D108BD9-81ED-4DB2-BD59-A6C34878D82A}">
                    <a16:rowId xmlns:a16="http://schemas.microsoft.com/office/drawing/2014/main" val="3458273956"/>
                  </a:ext>
                </a:extLst>
              </a:tr>
              <a:tr h="370840">
                <a:tc>
                  <a:txBody>
                    <a:bodyPr/>
                    <a:lstStyle/>
                    <a:p>
                      <a:pPr>
                        <a:buNone/>
                      </a:pPr>
                      <a:r>
                        <a:rPr lang="en-IN"/>
                        <a:t>Sales</a:t>
                      </a:r>
                    </a:p>
                  </a:txBody>
                  <a:tcPr anchor="ctr"/>
                </a:tc>
                <a:tc>
                  <a:txBody>
                    <a:bodyPr/>
                    <a:lstStyle/>
                    <a:p>
                      <a:pPr>
                        <a:buNone/>
                      </a:pPr>
                      <a:r>
                        <a:rPr lang="en-IN"/>
                        <a:t>Henry</a:t>
                      </a:r>
                    </a:p>
                  </a:txBody>
                  <a:tcPr anchor="ctr"/>
                </a:tc>
                <a:tc>
                  <a:txBody>
                    <a:bodyPr/>
                    <a:lstStyle/>
                    <a:p>
                      <a:pPr>
                        <a:buNone/>
                      </a:pPr>
                      <a:r>
                        <a:rPr lang="en-IN"/>
                        <a:t>80000</a:t>
                      </a:r>
                    </a:p>
                  </a:txBody>
                  <a:tcPr anchor="ctr"/>
                </a:tc>
                <a:extLst>
                  <a:ext uri="{0D108BD9-81ED-4DB2-BD59-A6C34878D82A}">
                    <a16:rowId xmlns:a16="http://schemas.microsoft.com/office/drawing/2014/main" val="3793391471"/>
                  </a:ext>
                </a:extLst>
              </a:tr>
              <a:tr h="370840">
                <a:tc>
                  <a:txBody>
                    <a:bodyPr/>
                    <a:lstStyle/>
                    <a:p>
                      <a:pPr>
                        <a:buNone/>
                      </a:pPr>
                      <a:r>
                        <a:rPr lang="en-IN"/>
                        <a:t>Sales</a:t>
                      </a:r>
                    </a:p>
                  </a:txBody>
                  <a:tcPr anchor="ctr"/>
                </a:tc>
                <a:tc>
                  <a:txBody>
                    <a:bodyPr/>
                    <a:lstStyle/>
                    <a:p>
                      <a:pPr>
                        <a:buNone/>
                      </a:pPr>
                      <a:r>
                        <a:rPr lang="en-IN"/>
                        <a:t>Sam</a:t>
                      </a:r>
                    </a:p>
                  </a:txBody>
                  <a:tcPr anchor="ctr"/>
                </a:tc>
                <a:tc>
                  <a:txBody>
                    <a:bodyPr/>
                    <a:lstStyle/>
                    <a:p>
                      <a:pPr>
                        <a:buNone/>
                      </a:pPr>
                      <a:r>
                        <a:rPr lang="en-IN" dirty="0"/>
                        <a:t>60000</a:t>
                      </a:r>
                    </a:p>
                  </a:txBody>
                  <a:tcPr anchor="ctr"/>
                </a:tc>
                <a:extLst>
                  <a:ext uri="{0D108BD9-81ED-4DB2-BD59-A6C34878D82A}">
                    <a16:rowId xmlns:a16="http://schemas.microsoft.com/office/drawing/2014/main" val="2395203109"/>
                  </a:ext>
                </a:extLst>
              </a:tr>
            </a:tbl>
          </a:graphicData>
        </a:graphic>
      </p:graphicFrame>
      <p:sp>
        <p:nvSpPr>
          <p:cNvPr id="6" name="TextBox 5">
            <a:extLst>
              <a:ext uri="{FF2B5EF4-FFF2-40B4-BE49-F238E27FC236}">
                <a16:creationId xmlns:a16="http://schemas.microsoft.com/office/drawing/2014/main" id="{1A7D302F-0CFE-C00F-C2B8-952286CA773C}"/>
              </a:ext>
            </a:extLst>
          </p:cNvPr>
          <p:cNvSpPr txBox="1"/>
          <p:nvPr/>
        </p:nvSpPr>
        <p:spPr>
          <a:xfrm>
            <a:off x="630621" y="1213945"/>
            <a:ext cx="3515710" cy="369332"/>
          </a:xfrm>
          <a:prstGeom prst="rect">
            <a:avLst/>
          </a:prstGeom>
          <a:noFill/>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2573742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A2833-F890-4E65-DDBB-41BE198A0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A8A64-0633-4039-A7BB-31D45AA8CC84}"/>
              </a:ext>
            </a:extLst>
          </p:cNvPr>
          <p:cNvSpPr>
            <a:spLocks noGrp="1"/>
          </p:cNvSpPr>
          <p:nvPr>
            <p:ph type="title"/>
          </p:nvPr>
        </p:nvSpPr>
        <p:spPr>
          <a:xfrm>
            <a:off x="544286" y="512082"/>
            <a:ext cx="10515600" cy="649859"/>
          </a:xfrm>
        </p:spPr>
        <p:txBody>
          <a:bodyPr>
            <a:normAutofit fontScale="90000"/>
          </a:bodyPr>
          <a:lstStyle/>
          <a:p>
            <a:r>
              <a:rPr lang="en-US" b="1" dirty="0"/>
              <a:t>Experiment 03: </a:t>
            </a:r>
            <a:r>
              <a:rPr lang="en-US" b="1" dirty="0" err="1"/>
              <a:t>HomeTask</a:t>
            </a:r>
            <a:endParaRPr lang="en-IN" b="1" dirty="0"/>
          </a:p>
        </p:txBody>
      </p:sp>
      <p:sp>
        <p:nvSpPr>
          <p:cNvPr id="7" name="TextBox 6">
            <a:extLst>
              <a:ext uri="{FF2B5EF4-FFF2-40B4-BE49-F238E27FC236}">
                <a16:creationId xmlns:a16="http://schemas.microsoft.com/office/drawing/2014/main" id="{D18207C5-4E2F-86D2-9432-3E8FE4D5DFAB}"/>
              </a:ext>
            </a:extLst>
          </p:cNvPr>
          <p:cNvSpPr txBox="1"/>
          <p:nvPr/>
        </p:nvSpPr>
        <p:spPr>
          <a:xfrm>
            <a:off x="544286" y="1546163"/>
            <a:ext cx="6098720" cy="369332"/>
          </a:xfrm>
          <a:prstGeom prst="rect">
            <a:avLst/>
          </a:prstGeom>
          <a:noFill/>
        </p:spPr>
        <p:txBody>
          <a:bodyPr wrap="square">
            <a:spAutoFit/>
          </a:bodyPr>
          <a:lstStyle/>
          <a:p>
            <a:r>
              <a:rPr lang="en-IN" dirty="0"/>
              <a:t>1. https://datalemur.com/questions/ad-campaign-roas</a:t>
            </a:r>
          </a:p>
        </p:txBody>
      </p:sp>
      <p:sp>
        <p:nvSpPr>
          <p:cNvPr id="9" name="TextBox 8">
            <a:extLst>
              <a:ext uri="{FF2B5EF4-FFF2-40B4-BE49-F238E27FC236}">
                <a16:creationId xmlns:a16="http://schemas.microsoft.com/office/drawing/2014/main" id="{E43E5CF3-A7F8-1FE8-D218-8F6284339AEB}"/>
              </a:ext>
            </a:extLst>
          </p:cNvPr>
          <p:cNvSpPr txBox="1"/>
          <p:nvPr/>
        </p:nvSpPr>
        <p:spPr>
          <a:xfrm>
            <a:off x="544286" y="2299717"/>
            <a:ext cx="6098720" cy="369332"/>
          </a:xfrm>
          <a:prstGeom prst="rect">
            <a:avLst/>
          </a:prstGeom>
          <a:noFill/>
        </p:spPr>
        <p:txBody>
          <a:bodyPr wrap="square">
            <a:spAutoFit/>
          </a:bodyPr>
          <a:lstStyle/>
          <a:p>
            <a:r>
              <a:rPr lang="en-IN" dirty="0"/>
              <a:t>2. https://datalemur.com/questions/final-account-balance</a:t>
            </a:r>
          </a:p>
        </p:txBody>
      </p:sp>
    </p:spTree>
    <p:extLst>
      <p:ext uri="{BB962C8B-B14F-4D97-AF65-F5344CB8AC3E}">
        <p14:creationId xmlns:p14="http://schemas.microsoft.com/office/powerpoint/2010/main" val="1122923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5519</TotalTime>
  <Words>465</Words>
  <Application>Microsoft Office PowerPoint</Application>
  <PresentationFormat>Widescreen</PresentationFormat>
  <Paragraphs>206</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Experiment 03</vt:lpstr>
      <vt:lpstr>Experiment 03</vt:lpstr>
      <vt:lpstr>Experiment 03</vt:lpstr>
      <vt:lpstr>Experiment 03</vt:lpstr>
      <vt:lpstr>Experiment 03</vt:lpstr>
      <vt:lpstr>Experiment 03</vt:lpstr>
      <vt:lpstr>Experiment 03</vt:lpstr>
      <vt:lpstr>Experiment 03</vt:lpstr>
      <vt:lpstr>Experiment 03: HomeTask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13</cp:revision>
  <dcterms:created xsi:type="dcterms:W3CDTF">2026-07-02T16:54:02Z</dcterms:created>
  <dcterms:modified xsi:type="dcterms:W3CDTF">2026-07-27T05:14:43Z</dcterms:modified>
</cp:coreProperties>
</file>